
<file path=[Content_Types].xml><?xml version="1.0" encoding="utf-8"?>
<Types xmlns="http://schemas.openxmlformats.org/package/2006/content-types">
  <Default Extension="xml" ContentType="application/vnd.openxmlformats-package.core-properties+xml"/>
  <Default Extension="emf" ContentType="image/x-emf"/>
  <Default Extension="png" ContentType="image/png"/>
  <Default Extension="svg" ContentType="image/svg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849ab8594fe47b9" /><Relationship Type="http://schemas.openxmlformats.org/officeDocument/2006/relationships/extended-properties" Target="/docProps/app.xml" Id="Ra01b6955afb84063" /><Relationship Type="http://schemas.openxmlformats.org/officeDocument/2006/relationships/officeDocument" Target="/ppt/presentation.xml" Id="R9fbd457442834b9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029976bde474e6e"/>
    <p:sldMasterId xmlns:r="http://schemas.openxmlformats.org/officeDocument/2006/relationships" id="2147483689" r:id="Rd7da08a0e3ae4893"/>
  </p:sldMasterIdLst>
  <p:notesMasterIdLst>
    <p:notesMasterId xmlns:r="http://schemas.openxmlformats.org/officeDocument/2006/relationships" r:id="R8554ed5202cd4f91"/>
  </p:notesMasterIdLst>
  <p:sldIdLst>
    <p:sldId xmlns:r="http://schemas.openxmlformats.org/officeDocument/2006/relationships" id="256" r:id="R97c89e8073c94958"/>
    <p:sldId xmlns:r="http://schemas.openxmlformats.org/officeDocument/2006/relationships" id="257" r:id="R800c16923df943b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4b4d8fc044c4288" /><Relationship Type="http://schemas.openxmlformats.org/officeDocument/2006/relationships/slideMaster" Target="/ppt/slideMasters/slideMaster1.xml" Id="R0029976bde474e6e" /><Relationship Type="http://schemas.openxmlformats.org/officeDocument/2006/relationships/slideMaster" Target="/ppt/slideMasters/slideMaster2.xml" Id="Rd7da08a0e3ae4893" /><Relationship Type="http://schemas.openxmlformats.org/officeDocument/2006/relationships/notesMaster" Target="/ppt/notesMasters/notesMaster1.xml" Id="R8554ed5202cd4f91" /><Relationship Type="http://schemas.openxmlformats.org/officeDocument/2006/relationships/presProps" Target="/ppt/presProps.xml" Id="R0673c54c56a34dcb" /><Relationship Type="http://schemas.openxmlformats.org/officeDocument/2006/relationships/viewProps" Target="/ppt/viewProps.xml" Id="Rda893e9a8ea44cb1" /><Relationship Type="http://schemas.openxmlformats.org/officeDocument/2006/relationships/tableStyles" Target="/ppt/tableStyles.xml" Id="Rd8108c13a1754597" /><Relationship Type="http://schemas.openxmlformats.org/officeDocument/2006/relationships/slide" Target="/ppt/slides/slide1.xml" Id="R97c89e8073c94958" /><Relationship Type="http://schemas.openxmlformats.org/officeDocument/2006/relationships/slide" Target="/ppt/slides/slide2.xml" Id="R800c16923df943b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4b70727b80da469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racle-Redwood">
  <a:themeElements>
    <a:clrScheme name="OCI Diagram Theme">
      <a:dk1>
        <a:srgbClr val="312D2A"/>
      </a:dk1>
      <a:lt1>
        <a:srgbClr val="FCFBFA"/>
      </a:lt1>
      <a:dk2>
        <a:srgbClr val="312D2A"/>
      </a:dk2>
      <a:lt2>
        <a:srgbClr val="F5F4F2"/>
      </a:lt2>
      <a:accent1>
        <a:srgbClr val="C74634"/>
      </a:accent1>
      <a:accent2>
        <a:srgbClr val="DFDCD8"/>
      </a:accent2>
      <a:accent3>
        <a:srgbClr val="9E9892"/>
      </a:accent3>
      <a:accent4>
        <a:srgbClr val="70736E"/>
      </a:accent4>
      <a:accent5>
        <a:srgbClr val="AE562C"/>
      </a:accent5>
      <a:accent6>
        <a:srgbClr val="759C6C"/>
      </a:accent6>
      <a:hlink>
        <a:srgbClr val="00688C"/>
      </a:hlink>
      <a:folHlink>
        <a:srgbClr val="00688C"/>
      </a:folHlink>
    </a:clrScheme>
    <a:fontScheme name="Oracle Sans Tabular">
      <a:majorFont>
        <a:latin typeface="Georgia"/>
        <a:ea typeface=""/>
        <a:cs typeface=""/>
      </a:majorFont>
      <a:minorFont>
        <a:latin typeface="Oracle Sans Tab"/>
        <a:ea typeface=""/>
        <a:cs typeface=""/>
      </a:minorFont>
    </a:fontScheme>
    <a:fmtScheme name="OCI Diagram Theme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65000"/>
          </a:schemeClr>
        </a:solidFill>
      </a:fillStyleLst>
      <a:lnStyleLst>
        <a:ln w="3175">
          <a:solidFill>
            <a:schemeClr val="phClr">
              <a:shade val="65000"/>
            </a:schemeClr>
          </a:solidFill>
          <a:prstDash val="solid"/>
        </a:ln>
        <a:ln w="3175">
          <a:solidFill>
            <a:schemeClr val="phClr"/>
          </a:solidFill>
          <a:prstDash val="solid"/>
        </a:ln>
        <a:ln w="0">
          <a:noFill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6c3413144f445cb" /><Relationship Type="http://schemas.openxmlformats.org/officeDocument/2006/relationships/notesMaster" Target="/ppt/notesMasters/notesMaster1.xml" Id="R31217600d96e4b3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5648c7b8bb94d97" /><Relationship Type="http://schemas.openxmlformats.org/officeDocument/2006/relationships/notesMaster" Target="/ppt/notesMasters/notesMaster1.xml" Id="R859b5cdbf9fc435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visual template: OCI_Icons.pptx</a:t>
            </a:r>
          </a:p>
          <a:p xmlns:a="http://schemas.openxmlformats.org/drawingml/2006/main">
            <a:r>
              <a:t>- Architecture scope: workspace Spring Boot OCI Queue reference implementation.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OCI iconography: OCI_Icons.pptx</a:t>
            </a:r>
          </a:p>
          <a:p xmlns:a="http://schemas.openxmlformats.org/drawingml/2006/main">
            <a:r>
              <a:t>- OCI Queue fan-out and consumer groups: https://docs.oracle.com/en-us/iaas/Content/queue/fanout-top.htm</a:t>
            </a:r>
          </a:p>
          <a:p xmlns:a="http://schemas.openxmlformats.org/drawingml/2006/main">
            <a:r>
              <a:t>- Application behaviour: workspace ResilientHAQueue implementation.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ee19129df0435f" /><Relationship Type="http://schemas.openxmlformats.org/officeDocument/2006/relationships/image" Target="/ppt/media/image.png" Id="R7424bff5f4134dde" /><Relationship Type="http://schemas.openxmlformats.org/officeDocument/2006/relationships/image" Target="/ppt/media/image.emf" Id="R68baf39d674f4c97" /><Relationship Type="http://schemas.openxmlformats.org/officeDocument/2006/relationships/image" Target="/ppt/media/image.svg" Id="R6e80266bad034e7b" /><Relationship Type="http://schemas.openxmlformats.org/officeDocument/2006/relationships/image" Target="/ppt/media/image.jpeg" Id="R73eb8da87947477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ce120ce42c4f2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22f6c38381480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a85f1b509747c5" /><Relationship Type="http://schemas.openxmlformats.org/officeDocument/2006/relationships/image" Target="/ppt/media/image.emf" Id="R3793cae9d36749e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6a551eacca496a" /><Relationship Type="http://schemas.openxmlformats.org/officeDocument/2006/relationships/image" Target="/ppt/media/image.emf" Id="Rf0dc9c01193a4f0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45705ba7d24a2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39501ff7344c7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a62f859bf949c2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9dc455303b46b2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f27090726c44b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079f78930f4016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f8845805024f27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c5f2d16edb43e1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c0aa9092f64457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883f8145da480e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9f26f73ff54f15" /><Relationship Type="http://schemas.openxmlformats.org/officeDocument/2006/relationships/image" Target="/ppt/media/image.emf" Id="R392514ba65e34bb5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0bd506675941fa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00da5e70294e22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9c8617758a4ec7" /><Relationship Type="http://schemas.openxmlformats.org/officeDocument/2006/relationships/image" Target="/ppt/media/image2.png" Id="R32c9060e8f804b62" /><Relationship Type="http://schemas.openxmlformats.org/officeDocument/2006/relationships/image" Target="/ppt/media/image.emf" Id="R84f6695f17c44a5d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57102d26064100" /><Relationship Type="http://schemas.openxmlformats.org/officeDocument/2006/relationships/image" Target="/ppt/media/image2.png" Id="R6d85076a7c1e453e" /><Relationship Type="http://schemas.openxmlformats.org/officeDocument/2006/relationships/image" Target="/ppt/media/image.emf" Id="Rf39b2a6aae434881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58dc2a4a2a4fa3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0d5e8d5b7d4d75" /><Relationship Type="http://schemas.openxmlformats.org/officeDocument/2006/relationships/image" Target="/ppt/media/image2.png" Id="R0ad2dd9e23384871" /><Relationship Type="http://schemas.openxmlformats.org/officeDocument/2006/relationships/image" Target="/ppt/media/image.emf" Id="Rd174414bbacb4c76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8d4feb7f684686" /><Relationship Type="http://schemas.openxmlformats.org/officeDocument/2006/relationships/image" Target="/ppt/media/image2.png" Id="R39230bda7c8a4e5d" /><Relationship Type="http://schemas.openxmlformats.org/officeDocument/2006/relationships/image" Target="/ppt/media/image.emf" Id="Rd1bb789a040b4033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47ee6afa774bdd" /><Relationship Type="http://schemas.openxmlformats.org/officeDocument/2006/relationships/image" Target="/ppt/media/image.emf" Id="Rce46b3ccce034f0f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bbc116f87d421b" /><Relationship Type="http://schemas.openxmlformats.org/officeDocument/2006/relationships/image" Target="/ppt/media/image2.png" Id="Rc50590714ae44e78" /><Relationship Type="http://schemas.openxmlformats.org/officeDocument/2006/relationships/image" Target="/ppt/media/image.emf" Id="R825eaa7237b14cfc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2ce491b1154817" /><Relationship Type="http://schemas.openxmlformats.org/officeDocument/2006/relationships/image" Target="/ppt/media/image2.png" Id="R3b3cf0103fb4401c" /><Relationship Type="http://schemas.openxmlformats.org/officeDocument/2006/relationships/image" Target="/ppt/media/image.emf" Id="R251fd41a2ea14bdd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a57e73b7b54a88" /><Relationship Type="http://schemas.openxmlformats.org/officeDocument/2006/relationships/image" Target="/ppt/media/image.emf" Id="Rbc30e2c5183b42cd" /><Relationship Type="http://schemas.openxmlformats.org/officeDocument/2006/relationships/image" Target="/ppt/media/image.svg" Id="Re4ceb52f5e3846ed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3ce7f824a1461e" /><Relationship Type="http://schemas.openxmlformats.org/officeDocument/2006/relationships/image" Target="/ppt/media/image3.png" Id="R0de6a2232b014045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0f2ed8bdb3463d" /><Relationship Type="http://schemas.openxmlformats.org/officeDocument/2006/relationships/image" Target="/ppt/media/image.emf" Id="R87bd8286bae84e92" /><Relationship Type="http://schemas.openxmlformats.org/officeDocument/2006/relationships/image" Target="/ppt/media/image.svg" Id="R830271e0b4aa40ec" /><Relationship Type="http://schemas.openxmlformats.org/officeDocument/2006/relationships/image" Target="/ppt/media/image2.jpeg" Id="Rf213fa64f4b04f08" /></Relationships>
</file>

<file path=ppt/slideLayouts/_rels/slideLayout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fc99587ccd48d9" /><Relationship Type="http://schemas.openxmlformats.org/officeDocument/2006/relationships/image" Target="/ppt/media/image.emf" Id="R4ae8b78fc05849fa" /><Relationship Type="http://schemas.openxmlformats.org/officeDocument/2006/relationships/image" Target="/ppt/media/image.svg" Id="R03ffc30b59b34ae5" /><Relationship Type="http://schemas.openxmlformats.org/officeDocument/2006/relationships/image" Target="/ppt/media/image3.jpeg" Id="R98d7ef79c21e4a44" /></Relationships>
</file>

<file path=ppt/slideLayouts/_rels/slideLayout3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bd3c874a0a4a09" /><Relationship Type="http://schemas.openxmlformats.org/officeDocument/2006/relationships/image" Target="/ppt/media/image.emf" Id="R1775ccb8f8f04be2" /><Relationship Type="http://schemas.openxmlformats.org/officeDocument/2006/relationships/image" Target="/ppt/media/image.svg" Id="R406eacab61eb43ab" /><Relationship Type="http://schemas.openxmlformats.org/officeDocument/2006/relationships/image" Target="/ppt/media/image4.jpeg" Id="R943fa301f21446d4" /></Relationships>
</file>

<file path=ppt/slideLayouts/_rels/slideLayout3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8a411ac1dc4554" /><Relationship Type="http://schemas.openxmlformats.org/officeDocument/2006/relationships/image" Target="/ppt/media/image5.jpeg" Id="R9eeca51e5f7e469a" /><Relationship Type="http://schemas.openxmlformats.org/officeDocument/2006/relationships/image" Target="/ppt/media/image.emf" Id="R8c3961fa7eb54afd" /><Relationship Type="http://schemas.openxmlformats.org/officeDocument/2006/relationships/image" Target="/ppt/media/image.svg" Id="R899afed6fa664aa6" /></Relationships>
</file>

<file path=ppt/slideLayouts/_rels/slideLayout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0a7bf53cef4695" /><Relationship Type="http://schemas.openxmlformats.org/officeDocument/2006/relationships/image" Target="/ppt/media/image.emf" Id="Ra3cc5e2e29f74407" /><Relationship Type="http://schemas.openxmlformats.org/officeDocument/2006/relationships/image" Target="/ppt/media/image.svg" Id="R60ac5370b07e467a" /><Relationship Type="http://schemas.openxmlformats.org/officeDocument/2006/relationships/image" Target="/ppt/media/image6.jpeg" Id="Rf396d0e1d3a449d6" /></Relationships>
</file>

<file path=ppt/slideLayouts/_rels/slideLayout3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0509d3487f496d" /><Relationship Type="http://schemas.openxmlformats.org/officeDocument/2006/relationships/image" Target="/ppt/media/image.emf" Id="R4a9850703dca44bc" /><Relationship Type="http://schemas.openxmlformats.org/officeDocument/2006/relationships/image" Target="/ppt/media/image.svg" Id="R0a48d63b6bb1443f" /><Relationship Type="http://schemas.openxmlformats.org/officeDocument/2006/relationships/image" Target="/ppt/media/image7.jpeg" Id="R8963f3fb619c490b" /></Relationships>
</file>

<file path=ppt/slideLayouts/_rels/slideLayout3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16506388754fba" /><Relationship Type="http://schemas.openxmlformats.org/officeDocument/2006/relationships/image" Target="/ppt/media/image.emf" Id="Rf5411e02231e4bd8" /><Relationship Type="http://schemas.openxmlformats.org/officeDocument/2006/relationships/image" Target="/ppt/media/image.svg" Id="Re7f1aa9ac79b4172" /><Relationship Type="http://schemas.openxmlformats.org/officeDocument/2006/relationships/image" Target="/ppt/media/image8.jpeg" Id="Re398f7b9b716453a" /></Relationships>
</file>

<file path=ppt/slideLayouts/_rels/slideLayout3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96ced3de4843da" /><Relationship Type="http://schemas.openxmlformats.org/officeDocument/2006/relationships/image" Target="/ppt/media/image.emf" Id="Rddb0f755078f4229" /><Relationship Type="http://schemas.openxmlformats.org/officeDocument/2006/relationships/image" Target="/ppt/media/image.svg" Id="R663cb7b8395c4bb3" /><Relationship Type="http://schemas.openxmlformats.org/officeDocument/2006/relationships/image" Target="/ppt/media/image9.jpeg" Id="R9a4acd9a37754906" /></Relationships>
</file>

<file path=ppt/slideLayouts/_rels/slideLayout3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304c17af3c4b8e" /><Relationship Type="http://schemas.openxmlformats.org/officeDocument/2006/relationships/image" Target="/ppt/media/image.emf" Id="R3d214d32841a46d8" /><Relationship Type="http://schemas.openxmlformats.org/officeDocument/2006/relationships/image" Target="/ppt/media/image.svg" Id="R1d7d73eadc1b4e98" /><Relationship Type="http://schemas.openxmlformats.org/officeDocument/2006/relationships/image" Target="/ppt/media/image10.jpeg" Id="R370c16cb899b430c" /></Relationships>
</file>

<file path=ppt/slideLayouts/_rels/slideLayout3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1e6436cee34c2b" /><Relationship Type="http://schemas.openxmlformats.org/officeDocument/2006/relationships/image" Target="/ppt/media/image.emf" Id="Rb208a52d4d0b4cae" /><Relationship Type="http://schemas.openxmlformats.org/officeDocument/2006/relationships/image" Target="/ppt/media/image.svg" Id="Rb123cb5442d54d02" /><Relationship Type="http://schemas.openxmlformats.org/officeDocument/2006/relationships/image" Target="/ppt/media/image11.jpeg" Id="R9abbf04195e54144" /></Relationships>
</file>

<file path=ppt/slideLayouts/_rels/slideLayout3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74978c13ef4365" /><Relationship Type="http://schemas.openxmlformats.org/officeDocument/2006/relationships/image" Target="/ppt/media/image2.png" Id="R8a5ae2f7c94e41dc" /><Relationship Type="http://schemas.openxmlformats.org/officeDocument/2006/relationships/image" Target="/ppt/media/image.emf" Id="R3581fd636e274bc0" /></Relationships>
</file>

<file path=ppt/slideLayouts/_rels/slideLayout4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8ba84dfd8f401e" /></Relationships>
</file>

<file path=ppt/slideLayouts/_rels/slideLayout4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dbaad5efe1a4594" /></Relationships>
</file>

<file path=ppt/slideLayouts/_rels/slideLayout4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1597ad7999648d2" /><Relationship Type="http://schemas.openxmlformats.org/officeDocument/2006/relationships/image" Target="/ppt/media/image2.svg" Id="Rd16655b4d5334848" /><Relationship Type="http://schemas.openxmlformats.org/officeDocument/2006/relationships/image" Target="/ppt/media/image2.jpeg" Id="R0edcb9642346482d" /></Relationships>
</file>

<file path=ppt/slideLayouts/_rels/slideLayout4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c6775a0e87b4372" /><Relationship Type="http://schemas.openxmlformats.org/officeDocument/2006/relationships/image" Target="/ppt/media/image2.jpeg" Id="Rfcf98094b332440e" /><Relationship Type="http://schemas.openxmlformats.org/officeDocument/2006/relationships/image" Target="/ppt/media/image2.svg" Id="R323e85f542014d19" /></Relationships>
</file>

<file path=ppt/slideLayouts/slideLayout1.xml><?xml version="1.0" encoding="utf-8"?>
<p:sldLayout xmlns:p="http://schemas.openxmlformats.org/presentationml/2006/main" showMasterSp="0" preserve="1">
  <p:cSld name="Light - Titl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Cloud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24bff5f4134dde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860484" y="20917"/>
            <a:ext cx="4331516" cy="2542941"/>
          </a:xfrm>
          <a:prstGeom xmlns:a="http://schemas.openxmlformats.org/drawingml/2006/main" prst="rect">
            <a:avLst/>
          </a:prstGeom>
        </p:spPr>
      </p:pic>
      <p:pic>
        <p:nvPicPr>
          <p:cNvPr id="30" name="OTa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baf39d674f4c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83112" y="6355080"/>
            <a:ext cx="502920" cy="502920"/>
          </a:xfrm>
          <a:prstGeom xmlns:a="http://schemas.openxmlformats.org/drawingml/2006/main" prst="rect">
            <a:avLst/>
          </a:prstGeom>
        </p:spPr>
      </p:pic>
      <p:pic>
        <p:nvPicPr>
          <p:cNvPr id="31" name="Oracle 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baf39d674f4c97">
            <a:extLst>
              <a:ext uri="{96DAC541-7B7A-43D3-8B79-37D633B846F1}">
                <asvg:svgBlip xmlns:asvg="http://schemas.microsoft.com/office/drawing/2016/SVG/main" r:embed="R6e80266bad034e7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4949" y="1132368"/>
            <a:ext cx="1524893" cy="320040"/>
          </a:xfrm>
          <a:prstGeom xmlns:a="http://schemas.openxmlformats.org/drawingml/2006/main" prst="rect">
            <a:avLst/>
          </a:prstGeom>
        </p:spPr>
      </p:pic>
      <p:sp>
        <p:nvSpPr>
          <p:cNvPr id="24" name="Title">
            <a:extLst xmlns:a="http://schemas.openxmlformats.org/drawingml/2006/main">
              <a:ext uri="{FF2B5EF4-FFF2-40B4-BE49-F238E27FC236}">
                <a16:creationId xmlns:a16="http://schemas.microsoft.com/office/drawing/2014/main" id="{461BB5F1-8825-7944-96EB-8445317513F5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018030" y="2148840"/>
            <a:ext cx="10158984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91440" anchor="b">
            <a:noAutofit/>
          </a:bodyPr>
          <a:lstStyle xmlns:a="http://schemas.openxmlformats.org/drawingml/2006/main">
            <a:lvl1pPr>
              <a:buNone/>
              <a:defRPr sz="4000" b="0"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00000"/>
              </a:lnSpc>
              <a:buNone/>
            </a:pPr>
            <a:r>
              <a:t>Title goes here (up to two lines) </a:t>
            </a:r>
            <a:br/>
            <a:r>
              <a:t>Georgia Regular 40pt</a:t>
            </a:r>
          </a:p>
        </p:txBody>
      </p:sp>
      <p:sp>
        <p:nvSpPr>
          <p:cNvPr id="25" name="Subhead">
            <a:extLst xmlns:a="http://schemas.openxmlformats.org/drawingml/2006/main">
              <a:ext uri="{FF2B5EF4-FFF2-40B4-BE49-F238E27FC236}">
                <a16:creationId xmlns:a16="http://schemas.microsoft.com/office/drawing/2014/main" id="{DE85AE1C-733D-7244-A6DA-C3ADBC76ED0C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1018030" y="3519553"/>
            <a:ext cx="10158984" cy="3412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marR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2400" b="0">
                <a:solidFill>
                  <a:srgbClr val="AE562C"/>
                </a:solidFill>
              </a:defRPr>
            </a:lvl1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t>Subhead goes here on one line</a:t>
            </a:r>
          </a:p>
        </p:txBody>
      </p:sp>
      <p:sp>
        <p:nvSpPr>
          <p:cNvPr id="11" name="Text Field">
            <a:extLst xmlns:a="http://schemas.openxmlformats.org/drawingml/2006/main">
              <a:ext uri="{FF2B5EF4-FFF2-40B4-BE49-F238E27FC236}">
                <a16:creationId xmlns:a16="http://schemas.microsoft.com/office/drawing/2014/main" id="{5096A149-B6C9-A04E-A2B0-54CCFAA42526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1018030" y="4545595"/>
            <a:ext cx="5077970" cy="26629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b="1"/>
            </a:lvl1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10" name="Text Field 2">
            <a:extLst xmlns:a="http://schemas.openxmlformats.org/drawingml/2006/main">
              <a:ext uri="{FF2B5EF4-FFF2-40B4-BE49-F238E27FC236}">
                <a16:creationId xmlns:a16="http://schemas.microsoft.com/office/drawing/2014/main" id="{A57492F9-1AD2-9346-9BB6-C0CF36DEF5ED}"/>
              </a:ext>
            </a:extLst>
          </p:cNvPr>
          <p:cNvSpPr>
            <a:spLocks xmlns:a="http://schemas.openxmlformats.org/drawingml/2006/main" noGrp="1"/>
          </p:cNvSpPr>
          <p:nvPr>
            <p:ph type="body" idx="34" hasCustomPrompt="1"/>
          </p:nvPr>
        </p:nvSpPr>
        <p:spPr>
          <a:xfrm xmlns:a="http://schemas.openxmlformats.org/drawingml/2006/main">
            <a:off x="1018030" y="4883188"/>
            <a:ext cx="5077970" cy="8951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Presenter’s Title</a:t>
            </a:r>
          </a:p>
          <a:p xmlns:a="http://schemas.openxmlformats.org/drawingml/2006/main">
            <a:pPr lvl="0">
              <a:buNone/>
            </a:pPr>
            <a:r>
              <a:t>Organization, Division or Business Unit</a:t>
            </a:r>
          </a:p>
          <a:p xmlns:a="http://schemas.openxmlformats.org/drawingml/2006/main">
            <a:pPr lvl="0">
              <a:buNone/>
            </a:pPr>
            <a:r>
              <a:t>Month 00, 2022</a:t>
            </a: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26349A69-90E3-45DB-BC86-3B7FB26B1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482" cy="6857365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73eb8da879474771"/>
            <a:stretch>
              <a:fillRect l="0" t="0" r="0" b="0"/>
            </a:stretch>
          </a:blip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 preserve="1">
  <p:cSld name="Light - Title 1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2131DBF8-F618-4198-88BA-FD1569B2979A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E332461-0228-4CE6-818B-14050AF0840D}" type="datetime1">
              <a:t>4/26/2024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158AA26E-E9A4-4CE1-9157-28062D2322ED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Copyright © 2022, Oracle and/or its affiliates  |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0FB3DA01-00EF-4B14-8325-24C1135260F9}"/>
              </a:ext>
            </a:extLst>
          </p:cNvPr>
          <p:cNvSpPr>
            <a:spLocks xmlns:a="http://schemas.openxmlformats.org/drawingml/2006/main" noGrp="1"/>
          </p:cNvSpPr>
          <p:nvPr>
            <p:ph type="sldNum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5D60D9-5372-5F40-9443-0F9AE5BDC3C8}" type="slidenum">
              <a:t>‹#›</a:t>
            </a:fld>
          </a:p>
        </p:txBody>
      </p:sp>
      <p:sp>
        <p:nvSpPr>
          <p:cNvPr id="16" name="Content">
            <a:extLst xmlns:a="http://schemas.openxmlformats.org/drawingml/2006/main">
              <a:ext uri="{FF2B5EF4-FFF2-40B4-BE49-F238E27FC236}">
                <a16:creationId xmlns:a16="http://schemas.microsoft.com/office/drawing/2014/main" id="{B9AD53CC-DC4B-493A-A31F-251C36811399}"/>
              </a:ext>
            </a:extLst>
          </p:cNvPr>
          <p:cNvSpPr>
            <a:spLocks xmlns:a="http://schemas.openxmlformats.org/drawingml/2006/main" noGrp="1"/>
          </p:cNvSpPr>
          <p:nvPr>
            <p:ph idx="17"/>
          </p:nvPr>
        </p:nvSpPr>
        <p:spPr>
          <a:xfrm xmlns:a="http://schemas.openxmlformats.org/drawingml/2006/main">
            <a:off x="766763" y="1600201"/>
            <a:ext cx="10671175" cy="450691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7" name="Title 1">
            <a:extLst xmlns:a="http://schemas.openxmlformats.org/drawingml/2006/main">
              <a:ext uri="{FF2B5EF4-FFF2-40B4-BE49-F238E27FC236}">
                <a16:creationId xmlns:a16="http://schemas.microsoft.com/office/drawing/2014/main" id="{C3FB6D10-A56F-46BF-8672-E18296A83AD8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768875" y="182403"/>
            <a:ext cx="10671048" cy="82296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Title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>
  <p:cSld name="Light - Title/Subtitle 1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46A3BF75-E03A-3149-A8B6-C22593F32B62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6763" y="1014709"/>
            <a:ext cx="10671048" cy="3305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>
            <a:noAutofit/>
          </a:bodyPr>
          <a:lstStyle xmlns:a="http://schemas.openxmlformats.org/drawingml/2006/main">
            <a:lvl1pPr marL="0" indent="0">
              <a:spcAft>
                <a:spcPts val="0"/>
              </a:spcAft>
              <a:buNone/>
              <a:defRPr sz="2000" b="0" i="0">
                <a:latin typeface="Oracle Sans Tab"/>
                <a:ea typeface="Oracle Sans Tab"/>
                <a:cs typeface="Oracle Sans Tab"/>
              </a:defRPr>
            </a:lvl1pPr>
          </a:lstStyle>
          <a:p xmlns:a="http://schemas.openxmlformats.org/drawingml/2006/main">
            <a:pPr lvl="0">
              <a:buNone/>
            </a:pPr>
            <a:r>
              <a:t>Subtitle</a:t>
            </a:r>
          </a:p>
        </p:txBody>
      </p:sp>
      <p:sp>
        <p:nvSpPr>
          <p:cNvPr id="6" name="Content">
            <a:extLst xmlns:a="http://schemas.openxmlformats.org/drawingml/2006/main"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766763" y="1600201"/>
            <a:ext cx="10671175" cy="450691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EE4D9CD-CDC4-4642-8CDA-7351404FC2D2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Title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48C5C278-52DE-4C8A-933B-1109B3282E51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7CF7386-AF3C-4BD8-832B-AC56F7B7E4F1}" type="datetime1">
              <a:t>4/26/2024</a:t>
            </a:fld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E2CE12F3-375D-4B05-A71D-DA14DF8ADB8E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Copyright © 2022, Oracle and/or its affiliates  |</a:t>
            </a:r>
          </a:p>
        </p:txBody>
      </p:sp>
      <p:sp>
        <p:nvSpPr>
          <p:cNvPr id="8" name="Slide Number Placeholder 7">
            <a:extLst xmlns:a="http://schemas.openxmlformats.org/drawingml/2006/main">
              <a:ext uri="{FF2B5EF4-FFF2-40B4-BE49-F238E27FC236}">
                <a16:creationId xmlns:a16="http://schemas.microsoft.com/office/drawing/2014/main" id="{7A59FA82-C146-45DF-AE7B-4B5698706BEA}"/>
              </a:ext>
            </a:extLst>
          </p:cNvPr>
          <p:cNvSpPr>
            <a:spLocks xmlns:a="http://schemas.openxmlformats.org/drawingml/2006/main" noGrp="1"/>
          </p:cNvSpPr>
          <p:nvPr>
            <p:ph type="sldNum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5D60D9-5372-5F40-9443-0F9AE5BDC3C8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>
  <p:cSld name="Light - Title 2 Column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ntent">
            <a:extLst xmlns:a="http://schemas.openxmlformats.org/drawingml/2006/main"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768875" y="1608575"/>
            <a:ext cx="5084064" cy="45079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Column Divider">
            <a:extLst xmlns:a="http://schemas.openxmlformats.org/drawingml/2006/main">
              <a:ext uri="{FF2B5EF4-FFF2-40B4-BE49-F238E27FC236}">
                <a16:creationId xmlns:a16="http://schemas.microsoft.com/office/drawing/2014/main" id="{4B96D4A4-520C-4308-BB7C-64398A7C0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9577" y="1608575"/>
            <a:ext cx="0" cy="4507992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8B8580">
                <a:alpha val="25000"/>
              </a:srgbClr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8" name="Content 2">
            <a:extLst xmlns:a="http://schemas.openxmlformats.org/drawingml/2006/main"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xmlns:a="http://schemas.openxmlformats.org/drawingml/2006/main" noGrp="1"/>
          </p:cNvSpPr>
          <p:nvPr>
            <p:ph idx="15"/>
          </p:nvPr>
        </p:nvSpPr>
        <p:spPr>
          <a:xfrm xmlns:a="http://schemas.openxmlformats.org/drawingml/2006/main">
            <a:off x="6366215" y="1608575"/>
            <a:ext cx="5084064" cy="45079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pic>
        <p:nvPicPr>
          <p:cNvPr id="23" name="OTa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93cae9d36749e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83112" y="6355080"/>
            <a:ext cx="502920" cy="502920"/>
          </a:xfrm>
          <a:prstGeom xmlns:a="http://schemas.openxmlformats.org/drawingml/2006/main" prst="rect">
            <a:avLst/>
          </a:prstGeom>
        </p:spPr>
      </p:pic>
      <p:sp>
        <p:nvSpPr>
          <p:cNvPr id="5" name="Title 4">
            <a:extLst xmlns:a="http://schemas.openxmlformats.org/drawingml/2006/main">
              <a:ext uri="{FF2B5EF4-FFF2-40B4-BE49-F238E27FC236}">
                <a16:creationId xmlns:a16="http://schemas.microsoft.com/office/drawing/2014/main" id="{D69740FE-E1B8-466B-970A-4E081BCA3143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Title</a:t>
            </a:r>
          </a:p>
        </p:txBody>
      </p:sp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3959A2DB-C5C1-4EE1-AACB-216D980708B8}"/>
              </a:ext>
            </a:extLst>
          </p:cNvPr>
          <p:cNvSpPr>
            <a:spLocks xmlns:a="http://schemas.openxmlformats.org/drawingml/2006/main" noGrp="1"/>
          </p:cNvSpPr>
          <p:nvPr>
            <p:ph type="dt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D225CC8-2DCD-421C-8DA9-5A1321322184}" type="datetime1">
              <a:t>4/26/2024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66DC0504-19F8-4069-8B02-83766B3CAF7F}"/>
              </a:ext>
            </a:extLst>
          </p:cNvPr>
          <p:cNvSpPr>
            <a:spLocks xmlns:a="http://schemas.openxmlformats.org/drawingml/2006/main" noGrp="1"/>
          </p:cNvSpPr>
          <p:nvPr>
            <p:ph type="ftr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Copyright © 2022, Oracle and/or its affiliates  |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064D6D2F-6BC7-48B4-B7A5-AD19749245D6}"/>
              </a:ext>
            </a:extLst>
          </p:cNvPr>
          <p:cNvSpPr>
            <a:spLocks xmlns:a="http://schemas.openxmlformats.org/drawingml/2006/main" noGrp="1"/>
          </p:cNvSpPr>
          <p:nvPr>
            <p:ph type="sldNum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5D60D9-5372-5F40-9443-0F9AE5BDC3C8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1b_Light - Title 2 Column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Column Divider">
            <a:extLst xmlns:a="http://schemas.openxmlformats.org/drawingml/2006/main">
              <a:ext uri="{FF2B5EF4-FFF2-40B4-BE49-F238E27FC236}">
                <a16:creationId xmlns:a16="http://schemas.microsoft.com/office/drawing/2014/main" id="{F438E24D-6BFF-4EA0-B8C4-A43C098EE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9577" y="1608575"/>
            <a:ext cx="0" cy="1379242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8B8580">
                <a:alpha val="25000"/>
              </a:srgbClr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8" name="Content 2">
            <a:extLst xmlns:a="http://schemas.openxmlformats.org/drawingml/2006/main"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xmlns:a="http://schemas.openxmlformats.org/drawingml/2006/main" noGrp="1"/>
          </p:cNvSpPr>
          <p:nvPr>
            <p:ph idx="15"/>
          </p:nvPr>
        </p:nvSpPr>
        <p:spPr>
          <a:xfrm xmlns:a="http://schemas.openxmlformats.org/drawingml/2006/main">
            <a:off x="6366215" y="1608575"/>
            <a:ext cx="5084064" cy="45079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pic>
        <p:nvPicPr>
          <p:cNvPr id="22" name="OTa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dc9c01193a4f0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83112" y="6355080"/>
            <a:ext cx="502920" cy="502920"/>
          </a:xfrm>
          <a:prstGeom xmlns:a="http://schemas.openxmlformats.org/drawingml/2006/main" prst="rect">
            <a:avLst/>
          </a:prstGeom>
        </p:spPr>
      </p:pic>
      <p:sp>
        <p:nvSpPr>
          <p:cNvPr id="5" name="Title 4">
            <a:extLst xmlns:a="http://schemas.openxmlformats.org/drawingml/2006/main">
              <a:ext uri="{FF2B5EF4-FFF2-40B4-BE49-F238E27FC236}">
                <a16:creationId xmlns:a16="http://schemas.microsoft.com/office/drawing/2014/main" id="{D69740FE-E1B8-466B-970A-4E081BCA3143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Title</a:t>
            </a:r>
          </a:p>
        </p:txBody>
      </p:sp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3959A2DB-C5C1-4EE1-AACB-216D980708B8}"/>
              </a:ext>
            </a:extLst>
          </p:cNvPr>
          <p:cNvSpPr>
            <a:spLocks xmlns:a="http://schemas.openxmlformats.org/drawingml/2006/main" noGrp="1"/>
          </p:cNvSpPr>
          <p:nvPr>
            <p:ph type="dt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D225CC8-2DCD-421C-8DA9-5A1321322184}" type="datetime1">
              <a:t>4/26/2024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66DC0504-19F8-4069-8B02-83766B3CAF7F}"/>
              </a:ext>
            </a:extLst>
          </p:cNvPr>
          <p:cNvSpPr>
            <a:spLocks xmlns:a="http://schemas.openxmlformats.org/drawingml/2006/main" noGrp="1"/>
          </p:cNvSpPr>
          <p:nvPr>
            <p:ph type="ftr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Copyright © 2022, Oracle and/or its affiliates  |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064D6D2F-6BC7-48B4-B7A5-AD19749245D6}"/>
              </a:ext>
            </a:extLst>
          </p:cNvPr>
          <p:cNvSpPr>
            <a:spLocks xmlns:a="http://schemas.openxmlformats.org/drawingml/2006/main" noGrp="1"/>
          </p:cNvSpPr>
          <p:nvPr>
            <p:ph type="sldNum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5D60D9-5372-5F40-9443-0F9AE5BDC3C8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>
  <p:cSld name="Light - Title/Subtitle 2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46A3BF75-E03A-3149-A8B6-C22593F32B62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6763" y="1014984"/>
            <a:ext cx="10671048" cy="3305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>
            <a:noAutofit/>
          </a:bodyPr>
          <a:lstStyle xmlns:a="http://schemas.openxmlformats.org/drawingml/2006/main">
            <a:lvl1pPr marL="0" indent="0">
              <a:spcAft>
                <a:spcPts val="0"/>
              </a:spcAft>
              <a:buNone/>
              <a:defRPr sz="2000" b="0" i="0">
                <a:latin typeface="Oracle Sans Tab"/>
                <a:ea typeface="Oracle Sans Tab"/>
                <a:cs typeface="Oracle Sans Tab"/>
              </a:defRPr>
            </a:lvl1pPr>
          </a:lstStyle>
          <a:p xmlns:a="http://schemas.openxmlformats.org/drawingml/2006/main">
            <a:pPr lvl="0">
              <a:buNone/>
            </a:pPr>
            <a:r>
              <a:t>Subtitle</a:t>
            </a:r>
          </a:p>
        </p:txBody>
      </p:sp>
      <p:sp>
        <p:nvSpPr>
          <p:cNvPr id="6" name="Content">
            <a:extLst xmlns:a="http://schemas.openxmlformats.org/drawingml/2006/main"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766763" y="1608297"/>
            <a:ext cx="5084064" cy="45079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Column Divider">
            <a:extLst xmlns:a="http://schemas.openxmlformats.org/drawingml/2006/main">
              <a:ext uri="{FF2B5EF4-FFF2-40B4-BE49-F238E27FC236}">
                <a16:creationId xmlns:a16="http://schemas.microsoft.com/office/drawing/2014/main" id="{1B789DB4-502D-4206-98A2-9E87B2653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8521" y="1608298"/>
            <a:ext cx="0" cy="4507992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8B8580">
                <a:alpha val="25000"/>
              </a:srgbClr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8" name="Content 2">
            <a:extLst xmlns:a="http://schemas.openxmlformats.org/drawingml/2006/main"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xmlns:a="http://schemas.openxmlformats.org/drawingml/2006/main" noGrp="1"/>
          </p:cNvSpPr>
          <p:nvPr>
            <p:ph idx="15"/>
          </p:nvPr>
        </p:nvSpPr>
        <p:spPr>
          <a:xfrm xmlns:a="http://schemas.openxmlformats.org/drawingml/2006/main">
            <a:off x="6366215" y="1608297"/>
            <a:ext cx="5084064" cy="45079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B65FA2D-6C94-456B-8DE9-80C7A3BE2C1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Title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CD06EC0-4AE6-4D7C-87DE-D393DC47ED94}"/>
              </a:ext>
            </a:extLst>
          </p:cNvPr>
          <p:cNvSpPr>
            <a:spLocks xmlns:a="http://schemas.openxmlformats.org/drawingml/2006/main" noGrp="1"/>
          </p:cNvSpPr>
          <p:nvPr>
            <p:ph type="dt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41E71E9-A8ED-4FF5-B66D-14641AA84A5F}" type="datetime1">
              <a:t>4/26/2024</a:t>
            </a:fld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E594DB29-C2B8-4F61-8419-EEE3D1E837A1}"/>
              </a:ext>
            </a:extLst>
          </p:cNvPr>
          <p:cNvSpPr>
            <a:spLocks xmlns:a="http://schemas.openxmlformats.org/drawingml/2006/main" noGrp="1"/>
          </p:cNvSpPr>
          <p:nvPr>
            <p:ph type="ftr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Copyright © 2022, Oracle and/or its affiliates  |</a:t>
            </a:r>
          </a:p>
        </p:txBody>
      </p:sp>
      <p:sp>
        <p:nvSpPr>
          <p:cNvPr id="8" name="Slide Number Placeholder 7">
            <a:extLst xmlns:a="http://schemas.openxmlformats.org/drawingml/2006/main">
              <a:ext uri="{FF2B5EF4-FFF2-40B4-BE49-F238E27FC236}">
                <a16:creationId xmlns:a16="http://schemas.microsoft.com/office/drawing/2014/main" id="{4C4C4FB3-367C-49DA-9BEF-99BD8CD346F0}"/>
              </a:ext>
            </a:extLst>
          </p:cNvPr>
          <p:cNvSpPr>
            <a:spLocks xmlns:a="http://schemas.openxmlformats.org/drawingml/2006/main" noGrp="1"/>
          </p:cNvSpPr>
          <p:nvPr>
            <p:ph type="sldNum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5D60D9-5372-5F40-9443-0F9AE5BDC3C8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>
  <p:cSld name="Light - Title 3 Column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ntent">
            <a:extLst xmlns:a="http://schemas.openxmlformats.org/drawingml/2006/main"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768875" y="1609725"/>
            <a:ext cx="3300984" cy="45079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3" name="Column Divider">
            <a:extLst xmlns:a="http://schemas.openxmlformats.org/drawingml/2006/main">
              <a:ext uri="{FF2B5EF4-FFF2-40B4-BE49-F238E27FC236}">
                <a16:creationId xmlns:a16="http://schemas.microsoft.com/office/drawing/2014/main" id="{DEBF9A5B-C88D-48C7-BAC5-72F3FA90E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3415" y="1609725"/>
            <a:ext cx="0" cy="4507992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8B8580">
                <a:alpha val="25000"/>
              </a:srgbClr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" name="Content 2">
            <a:extLst xmlns:a="http://schemas.openxmlformats.org/drawingml/2006/main">
              <a:ext uri="{FF2B5EF4-FFF2-40B4-BE49-F238E27FC236}">
                <a16:creationId xmlns:a16="http://schemas.microsoft.com/office/drawing/2014/main" id="{B35B41AC-36CF-4A0C-BED4-7D06B0F6E2ED}"/>
              </a:ext>
            </a:extLst>
          </p:cNvPr>
          <p:cNvSpPr>
            <a:spLocks xmlns:a="http://schemas.openxmlformats.org/drawingml/2006/main" noGrp="1"/>
          </p:cNvSpPr>
          <p:nvPr>
            <p:ph idx="16"/>
          </p:nvPr>
        </p:nvSpPr>
        <p:spPr>
          <a:xfrm xmlns:a="http://schemas.openxmlformats.org/drawingml/2006/main">
            <a:off x="4456971" y="1609725"/>
            <a:ext cx="3300984" cy="45079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Column Divider 2">
            <a:extLst xmlns:a="http://schemas.openxmlformats.org/drawingml/2006/main">
              <a:ext uri="{FF2B5EF4-FFF2-40B4-BE49-F238E27FC236}">
                <a16:creationId xmlns:a16="http://schemas.microsoft.com/office/drawing/2014/main" id="{A872F641-6593-4018-8E90-81999AFD8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1511" y="1609725"/>
            <a:ext cx="0" cy="4507992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8B8580">
                <a:alpha val="24706"/>
              </a:srgbClr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8" name="Content 3">
            <a:extLst xmlns:a="http://schemas.openxmlformats.org/drawingml/2006/main"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xmlns:a="http://schemas.openxmlformats.org/drawingml/2006/main" noGrp="1"/>
          </p:cNvSpPr>
          <p:nvPr>
            <p:ph idx="15"/>
          </p:nvPr>
        </p:nvSpPr>
        <p:spPr>
          <a:xfrm xmlns:a="http://schemas.openxmlformats.org/drawingml/2006/main">
            <a:off x="8145067" y="1609725"/>
            <a:ext cx="3300984" cy="45079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itle 4">
            <a:extLst xmlns:a="http://schemas.openxmlformats.org/drawingml/2006/main">
              <a:ext uri="{FF2B5EF4-FFF2-40B4-BE49-F238E27FC236}">
                <a16:creationId xmlns:a16="http://schemas.microsoft.com/office/drawing/2014/main" id="{3D2FFF47-983C-4CE2-9048-1317EB4F32C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Title</a:t>
            </a:r>
          </a:p>
        </p:txBody>
      </p:sp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6D56EEFB-7FCA-4C8C-BD9A-59CFF6BBA9AB}"/>
              </a:ext>
            </a:extLst>
          </p:cNvPr>
          <p:cNvSpPr>
            <a:spLocks xmlns:a="http://schemas.openxmlformats.org/drawingml/2006/main" noGrp="1"/>
          </p:cNvSpPr>
          <p:nvPr>
            <p:ph type="dt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EB99C5-A240-43E3-B2F9-F67C2DE25171}" type="datetime1">
              <a:t>4/26/2024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DA095ECF-3404-41BC-B49D-2616D73127C4}"/>
              </a:ext>
            </a:extLst>
          </p:cNvPr>
          <p:cNvSpPr>
            <a:spLocks xmlns:a="http://schemas.openxmlformats.org/drawingml/2006/main" noGrp="1"/>
          </p:cNvSpPr>
          <p:nvPr>
            <p:ph type="ftr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Copyright © 2022, Oracle and/or its affiliates  |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4F9C599-3545-4260-BC77-88BD7619A101}"/>
              </a:ext>
            </a:extLst>
          </p:cNvPr>
          <p:cNvSpPr>
            <a:spLocks xmlns:a="http://schemas.openxmlformats.org/drawingml/2006/main" noGrp="1"/>
          </p:cNvSpPr>
          <p:nvPr>
            <p:ph type="sldNum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5D60D9-5372-5F40-9443-0F9AE5BDC3C8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>
  <p:cSld name="Light - Title/Subtitle 3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46A3BF75-E03A-3149-A8B6-C22593F32B62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6763" y="1014984"/>
            <a:ext cx="10671048" cy="3305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>
            <a:noAutofit/>
          </a:bodyPr>
          <a:lstStyle xmlns:a="http://schemas.openxmlformats.org/drawingml/2006/main">
            <a:lvl1pPr marL="0" indent="0">
              <a:spcAft>
                <a:spcPts val="0"/>
              </a:spcAft>
              <a:buNone/>
              <a:defRPr sz="2000" b="0" i="0">
                <a:latin typeface="Oracle Sans Tab"/>
                <a:ea typeface="Oracle Sans Tab"/>
                <a:cs typeface="Oracle Sans Tab"/>
              </a:defRPr>
            </a:lvl1pPr>
          </a:lstStyle>
          <a:p xmlns:a="http://schemas.openxmlformats.org/drawingml/2006/main">
            <a:pPr lvl="0">
              <a:buNone/>
            </a:pPr>
            <a:r>
              <a:t>Subtitle</a:t>
            </a:r>
          </a:p>
        </p:txBody>
      </p:sp>
      <p:sp>
        <p:nvSpPr>
          <p:cNvPr id="6" name="Content">
            <a:extLst xmlns:a="http://schemas.openxmlformats.org/drawingml/2006/main"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766763" y="1609724"/>
            <a:ext cx="3300984" cy="45079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Column Divider">
            <a:extLst xmlns:a="http://schemas.openxmlformats.org/drawingml/2006/main">
              <a:ext uri="{FF2B5EF4-FFF2-40B4-BE49-F238E27FC236}">
                <a16:creationId xmlns:a16="http://schemas.microsoft.com/office/drawing/2014/main" id="{3CC342BA-1D03-4DB6-BD19-C97509093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1915" y="1609724"/>
            <a:ext cx="0" cy="4507992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8B8580">
                <a:alpha val="25000"/>
              </a:srgbClr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8" name="Content 2">
            <a:extLst xmlns:a="http://schemas.openxmlformats.org/drawingml/2006/main"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xmlns:a="http://schemas.openxmlformats.org/drawingml/2006/main" noGrp="1"/>
          </p:cNvSpPr>
          <p:nvPr>
            <p:ph idx="15"/>
          </p:nvPr>
        </p:nvSpPr>
        <p:spPr>
          <a:xfrm xmlns:a="http://schemas.openxmlformats.org/drawingml/2006/main">
            <a:off x="4456083" y="1609724"/>
            <a:ext cx="3300984" cy="45079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3" name="Column Divider 2">
            <a:extLst xmlns:a="http://schemas.openxmlformats.org/drawingml/2006/main">
              <a:ext uri="{FF2B5EF4-FFF2-40B4-BE49-F238E27FC236}">
                <a16:creationId xmlns:a16="http://schemas.microsoft.com/office/drawing/2014/main" id="{5F59F988-18F4-4A98-8920-1330F6E3C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1236" y="1609724"/>
            <a:ext cx="0" cy="4507992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8B8580">
                <a:alpha val="25000"/>
              </a:srgbClr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1" name="Content 3">
            <a:extLst xmlns:a="http://schemas.openxmlformats.org/drawingml/2006/main">
              <a:ext uri="{FF2B5EF4-FFF2-40B4-BE49-F238E27FC236}">
                <a16:creationId xmlns:a16="http://schemas.microsoft.com/office/drawing/2014/main" id="{58EF7396-F6CE-404A-B85F-455D3F5341AE}"/>
              </a:ext>
            </a:extLst>
          </p:cNvPr>
          <p:cNvSpPr>
            <a:spLocks xmlns:a="http://schemas.openxmlformats.org/drawingml/2006/main" noGrp="1"/>
          </p:cNvSpPr>
          <p:nvPr>
            <p:ph idx="16"/>
          </p:nvPr>
        </p:nvSpPr>
        <p:spPr>
          <a:xfrm xmlns:a="http://schemas.openxmlformats.org/drawingml/2006/main">
            <a:off x="8145405" y="1609724"/>
            <a:ext cx="3300984" cy="45079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226210A-4112-4730-8F81-3CAE5C391FD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Title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CAD3E0A-0143-42FC-B8B6-EBC1FF990000}"/>
              </a:ext>
            </a:extLst>
          </p:cNvPr>
          <p:cNvSpPr>
            <a:spLocks xmlns:a="http://schemas.openxmlformats.org/drawingml/2006/main" noGrp="1"/>
          </p:cNvSpPr>
          <p:nvPr>
            <p:ph type="dt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6C5096-6188-4396-9E8E-C7DC5E109130}" type="datetime1">
              <a:t>4/26/2024</a:t>
            </a:fld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7D46B54D-91F2-4210-9BEA-3B59824207D9}"/>
              </a:ext>
            </a:extLst>
          </p:cNvPr>
          <p:cNvSpPr>
            <a:spLocks xmlns:a="http://schemas.openxmlformats.org/drawingml/2006/main" noGrp="1"/>
          </p:cNvSpPr>
          <p:nvPr>
            <p:ph type="ftr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Copyright © 2022, Oracle and/or its affiliates  |</a:t>
            </a:r>
          </a:p>
        </p:txBody>
      </p:sp>
      <p:sp>
        <p:nvSpPr>
          <p:cNvPr id="8" name="Slide Number Placeholder 7">
            <a:extLst xmlns:a="http://schemas.openxmlformats.org/drawingml/2006/main">
              <a:ext uri="{FF2B5EF4-FFF2-40B4-BE49-F238E27FC236}">
                <a16:creationId xmlns:a16="http://schemas.microsoft.com/office/drawing/2014/main" id="{F0900B02-4438-4597-85D3-D93A97B15462}"/>
              </a:ext>
            </a:extLst>
          </p:cNvPr>
          <p:cNvSpPr>
            <a:spLocks xmlns:a="http://schemas.openxmlformats.org/drawingml/2006/main" noGrp="1"/>
          </p:cNvSpPr>
          <p:nvPr>
            <p:ph type="sldNum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5D60D9-5372-5F40-9443-0F9AE5BDC3C8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preserve="1" userDrawn="1">
  <p:cSld name="1_Light - Title/Subtitle 3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46A3BF75-E03A-3149-A8B6-C22593F32B62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6763" y="1014984"/>
            <a:ext cx="10671048" cy="3305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>
            <a:noAutofit/>
          </a:bodyPr>
          <a:lstStyle xmlns:a="http://schemas.openxmlformats.org/drawingml/2006/main">
            <a:lvl1pPr marL="0" indent="0">
              <a:spcAft>
                <a:spcPts val="0"/>
              </a:spcAft>
              <a:buNone/>
              <a:defRPr sz="2000" b="0" i="0">
                <a:latin typeface="Oracle Sans Tab"/>
                <a:ea typeface="Oracle Sans Tab"/>
                <a:cs typeface="Oracle Sans Tab"/>
              </a:defRPr>
            </a:lvl1pPr>
          </a:lstStyle>
          <a:p xmlns:a="http://schemas.openxmlformats.org/drawingml/2006/main">
            <a:pPr lvl="0">
              <a:buNone/>
            </a:pPr>
            <a:r>
              <a:t>Subtitle</a:t>
            </a:r>
          </a:p>
        </p:txBody>
      </p:sp>
      <p:sp>
        <p:nvSpPr>
          <p:cNvPr id="6" name="Content">
            <a:extLst xmlns:a="http://schemas.openxmlformats.org/drawingml/2006/main"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766763" y="1609724"/>
            <a:ext cx="3300984" cy="45079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Column Divider">
            <a:extLst xmlns:a="http://schemas.openxmlformats.org/drawingml/2006/main">
              <a:ext uri="{FF2B5EF4-FFF2-40B4-BE49-F238E27FC236}">
                <a16:creationId xmlns:a16="http://schemas.microsoft.com/office/drawing/2014/main" id="{DE3B0F91-6B0B-4D72-A189-ACC52A9AA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1915" y="1609724"/>
            <a:ext cx="0" cy="4507992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8B8580">
                <a:alpha val="25000"/>
              </a:srgbClr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8" name="Content 2">
            <a:extLst xmlns:a="http://schemas.openxmlformats.org/drawingml/2006/main"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xmlns:a="http://schemas.openxmlformats.org/drawingml/2006/main" noGrp="1"/>
          </p:cNvSpPr>
          <p:nvPr>
            <p:ph idx="15"/>
          </p:nvPr>
        </p:nvSpPr>
        <p:spPr>
          <a:xfrm xmlns:a="http://schemas.openxmlformats.org/drawingml/2006/main">
            <a:off x="4456083" y="1609724"/>
            <a:ext cx="6981728" cy="45079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226210A-4112-4730-8F81-3CAE5C391FD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Title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CAD3E0A-0143-42FC-B8B6-EBC1FF990000}"/>
              </a:ext>
            </a:extLst>
          </p:cNvPr>
          <p:cNvSpPr>
            <a:spLocks xmlns:a="http://schemas.openxmlformats.org/drawingml/2006/main" noGrp="1"/>
          </p:cNvSpPr>
          <p:nvPr>
            <p:ph type="dt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6C5096-6188-4396-9E8E-C7DC5E109130}" type="datetime1">
              <a:t>4/26/2024</a:t>
            </a:fld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7D46B54D-91F2-4210-9BEA-3B59824207D9}"/>
              </a:ext>
            </a:extLst>
          </p:cNvPr>
          <p:cNvSpPr>
            <a:spLocks xmlns:a="http://schemas.openxmlformats.org/drawingml/2006/main" noGrp="1"/>
          </p:cNvSpPr>
          <p:nvPr>
            <p:ph type="ftr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Copyright © 2022, Oracle and/or its affiliates  |</a:t>
            </a:r>
          </a:p>
        </p:txBody>
      </p:sp>
      <p:sp>
        <p:nvSpPr>
          <p:cNvPr id="8" name="Slide Number Placeholder 7">
            <a:extLst xmlns:a="http://schemas.openxmlformats.org/drawingml/2006/main">
              <a:ext uri="{FF2B5EF4-FFF2-40B4-BE49-F238E27FC236}">
                <a16:creationId xmlns:a16="http://schemas.microsoft.com/office/drawing/2014/main" id="{F0900B02-4438-4597-85D3-D93A97B15462}"/>
              </a:ext>
            </a:extLst>
          </p:cNvPr>
          <p:cNvSpPr>
            <a:spLocks xmlns:a="http://schemas.openxmlformats.org/drawingml/2006/main" noGrp="1"/>
          </p:cNvSpPr>
          <p:nvPr>
            <p:ph type="sldNum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5D60D9-5372-5F40-9443-0F9AE5BDC3C8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>
  <p:cSld name="Light - Title 4 Column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ntent">
            <a:extLst xmlns:a="http://schemas.openxmlformats.org/drawingml/2006/main"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768875" y="1609724"/>
            <a:ext cx="2478024" cy="4525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3" name="Column Divider">
            <a:extLst xmlns:a="http://schemas.openxmlformats.org/drawingml/2006/main">
              <a:ext uri="{FF2B5EF4-FFF2-40B4-BE49-F238E27FC236}">
                <a16:creationId xmlns:a16="http://schemas.microsoft.com/office/drawing/2014/main" id="{938A2B3F-19E7-4951-BCCA-5CFAE5986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4450" y="1590159"/>
            <a:ext cx="0" cy="4525997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8B8580">
                <a:alpha val="25000"/>
              </a:srgbClr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" name="Content 2">
            <a:extLst xmlns:a="http://schemas.openxmlformats.org/drawingml/2006/main">
              <a:ext uri="{FF2B5EF4-FFF2-40B4-BE49-F238E27FC236}">
                <a16:creationId xmlns:a16="http://schemas.microsoft.com/office/drawing/2014/main" id="{B35B41AC-36CF-4A0C-BED4-7D06B0F6E2ED}"/>
              </a:ext>
            </a:extLst>
          </p:cNvPr>
          <p:cNvSpPr>
            <a:spLocks xmlns:a="http://schemas.openxmlformats.org/drawingml/2006/main" noGrp="1"/>
          </p:cNvSpPr>
          <p:nvPr>
            <p:ph idx="16"/>
          </p:nvPr>
        </p:nvSpPr>
        <p:spPr>
          <a:xfrm xmlns:a="http://schemas.openxmlformats.org/drawingml/2006/main">
            <a:off x="3502001" y="1609724"/>
            <a:ext cx="2478024" cy="4525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Column Divider 2">
            <a:extLst xmlns:a="http://schemas.openxmlformats.org/drawingml/2006/main">
              <a:ext uri="{FF2B5EF4-FFF2-40B4-BE49-F238E27FC236}">
                <a16:creationId xmlns:a16="http://schemas.microsoft.com/office/drawing/2014/main" id="{F613DA96-1E0F-421F-B961-67712A5A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7576" y="1590159"/>
            <a:ext cx="0" cy="4525997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8B8580">
                <a:alpha val="24706"/>
              </a:srgbClr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8" name="Content 3">
            <a:extLst xmlns:a="http://schemas.openxmlformats.org/drawingml/2006/main"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xmlns:a="http://schemas.openxmlformats.org/drawingml/2006/main" noGrp="1"/>
          </p:cNvSpPr>
          <p:nvPr>
            <p:ph idx="15"/>
          </p:nvPr>
        </p:nvSpPr>
        <p:spPr>
          <a:xfrm xmlns:a="http://schemas.openxmlformats.org/drawingml/2006/main">
            <a:off x="6235127" y="1609724"/>
            <a:ext cx="2478024" cy="4525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9" name="Column Divider 3">
            <a:extLst xmlns:a="http://schemas.openxmlformats.org/drawingml/2006/main">
              <a:ext uri="{FF2B5EF4-FFF2-40B4-BE49-F238E27FC236}">
                <a16:creationId xmlns:a16="http://schemas.microsoft.com/office/drawing/2014/main" id="{72FF73D9-DC98-44B5-A6F3-EFC0D37E8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0702" y="1590159"/>
            <a:ext cx="0" cy="4525997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8B8580">
                <a:alpha val="24706"/>
              </a:srgbClr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5" name="Content 4">
            <a:extLst xmlns:a="http://schemas.openxmlformats.org/drawingml/2006/main">
              <a:ext uri="{FF2B5EF4-FFF2-40B4-BE49-F238E27FC236}">
                <a16:creationId xmlns:a16="http://schemas.microsoft.com/office/drawing/2014/main" id="{4FB98D34-E09D-43FC-9515-8F7C37635BFF}"/>
              </a:ext>
            </a:extLst>
          </p:cNvPr>
          <p:cNvSpPr>
            <a:spLocks xmlns:a="http://schemas.openxmlformats.org/drawingml/2006/main" noGrp="1"/>
          </p:cNvSpPr>
          <p:nvPr>
            <p:ph idx="17"/>
          </p:nvPr>
        </p:nvSpPr>
        <p:spPr>
          <a:xfrm xmlns:a="http://schemas.openxmlformats.org/drawingml/2006/main">
            <a:off x="8968254" y="1609724"/>
            <a:ext cx="2478024" cy="4525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E665C0AC-7132-4356-88D4-79E4A49B2CE4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Title</a:t>
            </a:r>
          </a:p>
        </p:txBody>
      </p:sp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1A131A1D-D1FF-4A37-8531-B67D54ED466D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381BC09-957D-45CD-9E0C-0CFA8700F9F5}" type="datetime1">
              <a:t>4/26/2024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8EC9026-CA1C-465B-ADD5-AE1F9B7A0775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Copyright © 2022, Oracle and/or its affiliates  |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3064CFB-254B-4876-8556-026D173672E6}"/>
              </a:ext>
            </a:extLst>
          </p:cNvPr>
          <p:cNvSpPr>
            <a:spLocks xmlns:a="http://schemas.openxmlformats.org/drawingml/2006/main" noGrp="1"/>
          </p:cNvSpPr>
          <p:nvPr>
            <p:ph type="sldNum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5D60D9-5372-5F40-9443-0F9AE5BDC3C8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>
  <p:cSld name="Light - Title/Subtitle 4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46A3BF75-E03A-3149-A8B6-C22593F32B62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6763" y="1014984"/>
            <a:ext cx="10671048" cy="3305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>
            <a:noAutofit/>
          </a:bodyPr>
          <a:lstStyle xmlns:a="http://schemas.openxmlformats.org/drawingml/2006/main">
            <a:lvl1pPr marL="0" indent="0">
              <a:spcAft>
                <a:spcPts val="0"/>
              </a:spcAft>
              <a:buNone/>
              <a:defRPr sz="2000" b="0" i="0">
                <a:latin typeface="Oracle Sans Tab"/>
                <a:ea typeface="Oracle Sans Tab"/>
                <a:cs typeface="Oracle Sans Tab"/>
              </a:defRPr>
            </a:lvl1pPr>
          </a:lstStyle>
          <a:p xmlns:a="http://schemas.openxmlformats.org/drawingml/2006/main">
            <a:pPr lvl="0">
              <a:buNone/>
            </a:pPr>
            <a:r>
              <a:t>Subtitle</a:t>
            </a:r>
          </a:p>
        </p:txBody>
      </p:sp>
      <p:sp>
        <p:nvSpPr>
          <p:cNvPr id="6" name="Content">
            <a:extLst xmlns:a="http://schemas.openxmlformats.org/drawingml/2006/main"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766763" y="1609725"/>
            <a:ext cx="2478024" cy="4506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Column Divider">
            <a:extLst xmlns:a="http://schemas.openxmlformats.org/drawingml/2006/main">
              <a:ext uri="{FF2B5EF4-FFF2-40B4-BE49-F238E27FC236}">
                <a16:creationId xmlns:a16="http://schemas.microsoft.com/office/drawing/2014/main" id="{2C084243-CE24-4885-A7A9-554100B61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3924" y="1609667"/>
            <a:ext cx="0" cy="45080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8B8580">
                <a:alpha val="25000"/>
              </a:srgbClr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8" name="Content 2">
            <a:extLst xmlns:a="http://schemas.openxmlformats.org/drawingml/2006/main"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xmlns:a="http://schemas.openxmlformats.org/drawingml/2006/main" noGrp="1"/>
          </p:cNvSpPr>
          <p:nvPr>
            <p:ph idx="15"/>
          </p:nvPr>
        </p:nvSpPr>
        <p:spPr>
          <a:xfrm xmlns:a="http://schemas.openxmlformats.org/drawingml/2006/main">
            <a:off x="3503061" y="1609725"/>
            <a:ext cx="2478024" cy="4506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3" name="Column Divider 2">
            <a:extLst xmlns:a="http://schemas.openxmlformats.org/drawingml/2006/main">
              <a:ext uri="{FF2B5EF4-FFF2-40B4-BE49-F238E27FC236}">
                <a16:creationId xmlns:a16="http://schemas.microsoft.com/office/drawing/2014/main" id="{0DF7B616-C979-4B88-B507-7E8D10FD4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0222" y="1609667"/>
            <a:ext cx="0" cy="45080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8B8580">
                <a:alpha val="25000"/>
              </a:srgbClr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1" name="Content 3">
            <a:extLst xmlns:a="http://schemas.openxmlformats.org/drawingml/2006/main">
              <a:ext uri="{FF2B5EF4-FFF2-40B4-BE49-F238E27FC236}">
                <a16:creationId xmlns:a16="http://schemas.microsoft.com/office/drawing/2014/main" id="{58EF7396-F6CE-404A-B85F-455D3F5341AE}"/>
              </a:ext>
            </a:extLst>
          </p:cNvPr>
          <p:cNvSpPr>
            <a:spLocks xmlns:a="http://schemas.openxmlformats.org/drawingml/2006/main" noGrp="1"/>
          </p:cNvSpPr>
          <p:nvPr>
            <p:ph idx="16"/>
          </p:nvPr>
        </p:nvSpPr>
        <p:spPr>
          <a:xfrm xmlns:a="http://schemas.openxmlformats.org/drawingml/2006/main">
            <a:off x="6239359" y="1609725"/>
            <a:ext cx="2478024" cy="4506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5" name="Column Divider 3">
            <a:extLst xmlns:a="http://schemas.openxmlformats.org/drawingml/2006/main">
              <a:ext uri="{FF2B5EF4-FFF2-40B4-BE49-F238E27FC236}">
                <a16:creationId xmlns:a16="http://schemas.microsoft.com/office/drawing/2014/main" id="{87081EAB-B75D-4273-9A13-EDB66DC15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6520" y="1609667"/>
            <a:ext cx="0" cy="45080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8B8580">
                <a:alpha val="25000"/>
              </a:srgbClr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4" name="Content 4">
            <a:extLst xmlns:a="http://schemas.openxmlformats.org/drawingml/2006/main">
              <a:ext uri="{FF2B5EF4-FFF2-40B4-BE49-F238E27FC236}">
                <a16:creationId xmlns:a16="http://schemas.microsoft.com/office/drawing/2014/main" id="{687CB06A-9B62-47DB-BA7A-177E12DFB17E}"/>
              </a:ext>
            </a:extLst>
          </p:cNvPr>
          <p:cNvSpPr>
            <a:spLocks xmlns:a="http://schemas.openxmlformats.org/drawingml/2006/main" noGrp="1"/>
          </p:cNvSpPr>
          <p:nvPr>
            <p:ph idx="17"/>
          </p:nvPr>
        </p:nvSpPr>
        <p:spPr>
          <a:xfrm xmlns:a="http://schemas.openxmlformats.org/drawingml/2006/main">
            <a:off x="8975659" y="1609725"/>
            <a:ext cx="2478024" cy="4506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itle 4">
            <a:extLst xmlns:a="http://schemas.openxmlformats.org/drawingml/2006/main">
              <a:ext uri="{FF2B5EF4-FFF2-40B4-BE49-F238E27FC236}">
                <a16:creationId xmlns:a16="http://schemas.microsoft.com/office/drawing/2014/main" id="{72191157-EC2D-4417-9959-2EA7D1DAFF5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Title</a:t>
            </a:r>
          </a:p>
        </p:txBody>
      </p:sp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C2388CBD-B05C-4885-A081-172C87DCAD84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1BEC230-374E-4E2A-8BB1-C01222A51658}" type="datetime1">
              <a:t>4/26/2024</a:t>
            </a:fld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3CE56F53-8C5C-4F85-9969-353868B64B25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Copyright © 2022, Oracle and/or its affiliates  |</a:t>
            </a:r>
          </a:p>
        </p:txBody>
      </p:sp>
      <p:sp>
        <p:nvSpPr>
          <p:cNvPr id="8" name="Slide Number Placeholder 7">
            <a:extLst xmlns:a="http://schemas.openxmlformats.org/drawingml/2006/main">
              <a:ext uri="{FF2B5EF4-FFF2-40B4-BE49-F238E27FC236}">
                <a16:creationId xmlns:a16="http://schemas.microsoft.com/office/drawing/2014/main" id="{589360B9-A253-468B-B3D3-70CC43B07468}"/>
              </a:ext>
            </a:extLst>
          </p:cNvPr>
          <p:cNvSpPr>
            <a:spLocks xmlns:a="http://schemas.openxmlformats.org/drawingml/2006/main" noGrp="1"/>
          </p:cNvSpPr>
          <p:nvPr>
            <p:ph type="sldNum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5D60D9-5372-5F40-9443-0F9AE5BDC3C8}" type="slidenum">
              <a:t>‹#›</a:t>
            </a:fld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>
  <p:cSld name="Light - Title Quad Infographic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DC7ED535-9B24-2444-9E27-765F743C79F0}"/>
              </a:ext>
            </a:extLst>
          </p:cNvPr>
          <p:cNvSpPr>
            <a:spLocks xmlns:a="http://schemas.openxmlformats.org/drawingml/2006/main" noGrp="1"/>
          </p:cNvSpPr>
          <p:nvPr>
            <p:ph type="pic" idx="23"/>
          </p:nvPr>
        </p:nvSpPr>
        <p:spPr>
          <a:xfrm xmlns:a="http://schemas.openxmlformats.org/drawingml/2006/main">
            <a:off x="768875" y="1609209"/>
            <a:ext cx="1618488" cy="161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icon to add picture</a:t>
            </a:r>
          </a:p>
        </p:txBody>
      </p:sp>
      <p:sp>
        <p:nvSpPr>
          <p:cNvPr id="25" name="Text Field 1">
            <a:extLst xmlns:a="http://schemas.openxmlformats.org/drawingml/2006/main">
              <a:ext uri="{FF2B5EF4-FFF2-40B4-BE49-F238E27FC236}">
                <a16:creationId xmlns:a16="http://schemas.microsoft.com/office/drawing/2014/main" id="{C023883C-5CAF-9849-B009-1426F3585365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2635245" y="1609209"/>
            <a:ext cx="3203704" cy="18732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35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422BC426-FCDB-1347-93C5-E0102AEBC39C}"/>
              </a:ext>
            </a:extLst>
          </p:cNvPr>
          <p:cNvSpPr>
            <a:spLocks xmlns:a="http://schemas.openxmlformats.org/drawingml/2006/main" noGrp="1"/>
          </p:cNvSpPr>
          <p:nvPr>
            <p:ph type="pic" idx="25"/>
          </p:nvPr>
        </p:nvSpPr>
        <p:spPr>
          <a:xfrm xmlns:a="http://schemas.openxmlformats.org/drawingml/2006/main">
            <a:off x="6350303" y="1609209"/>
            <a:ext cx="1618488" cy="161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icon to add picture</a:t>
            </a:r>
          </a:p>
        </p:txBody>
      </p:sp>
      <p:sp>
        <p:nvSpPr>
          <p:cNvPr id="31" name="Text Field 2">
            <a:extLst xmlns:a="http://schemas.openxmlformats.org/drawingml/2006/main">
              <a:ext uri="{FF2B5EF4-FFF2-40B4-BE49-F238E27FC236}">
                <a16:creationId xmlns:a16="http://schemas.microsoft.com/office/drawing/2014/main" id="{0EDDA99D-1B70-A347-9716-4968C6A671A3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8224823" y="1609209"/>
            <a:ext cx="3203704" cy="18732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3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B5E51CE6-D9C1-DD40-936F-2F700452F826}"/>
              </a:ext>
            </a:extLst>
          </p:cNvPr>
          <p:cNvSpPr>
            <a:spLocks xmlns:a="http://schemas.openxmlformats.org/drawingml/2006/main" noGrp="1"/>
          </p:cNvSpPr>
          <p:nvPr>
            <p:ph type="pic" idx="24"/>
          </p:nvPr>
        </p:nvSpPr>
        <p:spPr>
          <a:xfrm xmlns:a="http://schemas.openxmlformats.org/drawingml/2006/main">
            <a:off x="768875" y="4240646"/>
            <a:ext cx="1618488" cy="161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icon to add picture</a:t>
            </a:r>
          </a:p>
        </p:txBody>
      </p:sp>
      <p:sp>
        <p:nvSpPr>
          <p:cNvPr id="29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031D2CD6-C0D8-8147-83B7-2E2A8E87228F}"/>
              </a:ext>
            </a:extLst>
          </p:cNvPr>
          <p:cNvSpPr>
            <a:spLocks xmlns:a="http://schemas.openxmlformats.org/drawingml/2006/main" noGrp="1"/>
          </p:cNvSpPr>
          <p:nvPr>
            <p:ph type="body" idx="20"/>
          </p:nvPr>
        </p:nvSpPr>
        <p:spPr>
          <a:xfrm xmlns:a="http://schemas.openxmlformats.org/drawingml/2006/main">
            <a:off x="2635245" y="4240646"/>
            <a:ext cx="3203704" cy="18732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36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E401E47D-2565-384E-8A5E-2C02D2EAAAAB}"/>
              </a:ext>
            </a:extLst>
          </p:cNvPr>
          <p:cNvSpPr>
            <a:spLocks xmlns:a="http://schemas.openxmlformats.org/drawingml/2006/main" noGrp="1"/>
          </p:cNvSpPr>
          <p:nvPr>
            <p:ph type="pic" idx="26"/>
          </p:nvPr>
        </p:nvSpPr>
        <p:spPr>
          <a:xfrm xmlns:a="http://schemas.openxmlformats.org/drawingml/2006/main">
            <a:off x="6350303" y="4240646"/>
            <a:ext cx="1618488" cy="161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icon to add picture</a:t>
            </a:r>
          </a:p>
        </p:txBody>
      </p:sp>
      <p:sp>
        <p:nvSpPr>
          <p:cNvPr id="32" name="Text Field 4">
            <a:extLst xmlns:a="http://schemas.openxmlformats.org/drawingml/2006/main">
              <a:ext uri="{FF2B5EF4-FFF2-40B4-BE49-F238E27FC236}">
                <a16:creationId xmlns:a16="http://schemas.microsoft.com/office/drawing/2014/main" id="{41923FF5-9A13-1F4B-89D9-62FE2B438352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8224823" y="4240646"/>
            <a:ext cx="3203704" cy="18732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itle 4">
            <a:extLst xmlns:a="http://schemas.openxmlformats.org/drawingml/2006/main">
              <a:ext uri="{FF2B5EF4-FFF2-40B4-BE49-F238E27FC236}">
                <a16:creationId xmlns:a16="http://schemas.microsoft.com/office/drawing/2014/main" id="{E3EED3DC-3691-46BD-9B48-E2C270C741F9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Title</a:t>
            </a:r>
          </a:p>
        </p:txBody>
      </p:sp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28BE0263-5FD6-4DE6-B9D0-79EF81804AF3}"/>
              </a:ext>
            </a:extLst>
          </p:cNvPr>
          <p:cNvSpPr>
            <a:spLocks xmlns:a="http://schemas.openxmlformats.org/drawingml/2006/main" noGrp="1"/>
          </p:cNvSpPr>
          <p:nvPr>
            <p:ph type="dt" idx="2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44A390E-87D2-4CBA-AB20-722C39F2889C}" type="datetime1">
              <a:t>4/26/2024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FC6C050F-728D-4BEF-B207-F42452F3527D}"/>
              </a:ext>
            </a:extLst>
          </p:cNvPr>
          <p:cNvSpPr>
            <a:spLocks xmlns:a="http://schemas.openxmlformats.org/drawingml/2006/main" noGrp="1"/>
          </p:cNvSpPr>
          <p:nvPr>
            <p:ph type="ftr" idx="2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Copyright © 2022, Oracle and/or its affiliates  |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D446726-6BED-4C16-B2F2-97FDB0765DB8}"/>
              </a:ext>
            </a:extLst>
          </p:cNvPr>
          <p:cNvSpPr>
            <a:spLocks xmlns:a="http://schemas.openxmlformats.org/drawingml/2006/main" noGrp="1"/>
          </p:cNvSpPr>
          <p:nvPr>
            <p:ph type="sldNum" idx="2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5D60D9-5372-5F40-9443-0F9AE5BDC3C8}" type="slidenum">
              <a:t>‹#›</a:t>
            </a:fld>
          </a:p>
        </p:txBody>
      </p:sp>
    </p:spTree>
  </p:cSld>
</p:sldLayout>
</file>

<file path=ppt/slideLayouts/slideLayout13.xml><?xml version="1.0" encoding="utf-8"?>
<p:sldLayout xmlns:p="http://schemas.openxmlformats.org/presentationml/2006/main" preserve="1">
  <p:cSld name="Light - Numbered Outlin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CACCDE9-9415-4B6A-88C5-02BDAA76AAC8}"/>
              </a:ext>
            </a:extLst>
          </p:cNvPr>
          <p:cNvSpPr>
            <a:spLocks xmlns:a="http://schemas.openxmlformats.org/drawingml/2006/main" noGrp="1"/>
          </p:cNvSpPr>
          <p:nvPr>
            <p:ph type="body" idx="43"/>
          </p:nvPr>
        </p:nvSpPr>
        <p:spPr>
          <a:xfrm xmlns:a="http://schemas.openxmlformats.org/drawingml/2006/main">
            <a:off x="762000" y="1609724"/>
            <a:ext cx="10687050" cy="45053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365125" indent="-365125">
              <a:buClr>
                <a:schemeClr val="accent5"/>
              </a:buClr>
              <a:buFont typeface="+mj-lt"/>
              <a:buAutoNum type="arabicPeriod"/>
              <a:defRPr/>
            </a:lvl1pPr>
            <a:lvl2pPr marL="548640">
              <a:buNone/>
              <a:defRPr/>
            </a:lvl2pPr>
            <a:lvl3pPr marL="731520">
              <a:buNone/>
              <a:defRPr/>
            </a:lvl3pPr>
            <a:lvl4pPr marL="914400">
              <a:buNone/>
              <a:defRPr/>
            </a:lvl4pPr>
            <a:lvl5pPr marL="109728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8" name="Title 7">
            <a:extLst xmlns:a="http://schemas.openxmlformats.org/drawingml/2006/main">
              <a:ext uri="{FF2B5EF4-FFF2-40B4-BE49-F238E27FC236}">
                <a16:creationId xmlns:a16="http://schemas.microsoft.com/office/drawing/2014/main" id="{9C807732-3520-4DBF-9B75-86BA2E562DF0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Title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2BF46362-5F33-4F04-9B32-535D333E29C7}"/>
              </a:ext>
            </a:extLst>
          </p:cNvPr>
          <p:cNvSpPr>
            <a:spLocks xmlns:a="http://schemas.openxmlformats.org/drawingml/2006/main" noGrp="1"/>
          </p:cNvSpPr>
          <p:nvPr>
            <p:ph type="dt" idx="4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AE8C36C-F008-469A-BF62-824F3D1C5E70}" type="datetime1">
              <a:t>4/26/2024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4561260-593D-4AD6-A0E4-834F8BAAC63D}"/>
              </a:ext>
            </a:extLst>
          </p:cNvPr>
          <p:cNvSpPr>
            <a:spLocks xmlns:a="http://schemas.openxmlformats.org/drawingml/2006/main" noGrp="1"/>
          </p:cNvSpPr>
          <p:nvPr>
            <p:ph type="ftr" idx="4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Copyright © 2022 Oracle and/or its affiliates  |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9B71F68-88E7-48F0-B084-32D91B0A0BEB}"/>
              </a:ext>
            </a:extLst>
          </p:cNvPr>
          <p:cNvSpPr>
            <a:spLocks xmlns:a="http://schemas.openxmlformats.org/drawingml/2006/main" noGrp="1"/>
          </p:cNvSpPr>
          <p:nvPr>
            <p:ph type="sldNum" idx="4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5D60D9-5372-5F40-9443-0F9AE5BDC3C8}" type="slidenum">
              <a:t>‹#›</a:t>
            </a:fld>
          </a:p>
        </p:txBody>
      </p:sp>
    </p:spTree>
  </p:cSld>
</p:sldLayout>
</file>

<file path=ppt/slideLayouts/slideLayout14.xml><?xml version="1.0" encoding="utf-8"?>
<p:sldLayout xmlns:p="http://schemas.openxmlformats.org/presentationml/2006/main" preserve="1">
  <p:cSld name="Light - Numbered Outline 2 Column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CACCDE9-9415-4B6A-88C5-02BDAA76AAC8}"/>
              </a:ext>
            </a:extLst>
          </p:cNvPr>
          <p:cNvSpPr>
            <a:spLocks xmlns:a="http://schemas.openxmlformats.org/drawingml/2006/main" noGrp="1"/>
          </p:cNvSpPr>
          <p:nvPr>
            <p:ph type="body" idx="43"/>
          </p:nvPr>
        </p:nvSpPr>
        <p:spPr>
          <a:xfrm xmlns:a="http://schemas.openxmlformats.org/drawingml/2006/main">
            <a:off x="762000" y="1609724"/>
            <a:ext cx="5084064" cy="45053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365125" indent="-365125">
              <a:buClr>
                <a:schemeClr val="accent5"/>
              </a:buClr>
              <a:buFont typeface="+mj-lt"/>
              <a:buAutoNum type="arabicPeriod"/>
              <a:defRPr/>
            </a:lvl1pPr>
            <a:lvl2pPr marL="548640">
              <a:buNone/>
              <a:defRPr/>
            </a:lvl2pPr>
            <a:lvl3pPr marL="731520">
              <a:buNone/>
              <a:defRPr/>
            </a:lvl3pPr>
            <a:lvl4pPr marL="914400">
              <a:buNone/>
              <a:defRPr/>
            </a:lvl4pPr>
            <a:lvl5pPr marL="109728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8" name="Title 7">
            <a:extLst xmlns:a="http://schemas.openxmlformats.org/drawingml/2006/main">
              <a:ext uri="{FF2B5EF4-FFF2-40B4-BE49-F238E27FC236}">
                <a16:creationId xmlns:a16="http://schemas.microsoft.com/office/drawing/2014/main" id="{9C807732-3520-4DBF-9B75-86BA2E562DF0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Title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2BF46362-5F33-4F04-9B32-535D333E29C7}"/>
              </a:ext>
            </a:extLst>
          </p:cNvPr>
          <p:cNvSpPr>
            <a:spLocks xmlns:a="http://schemas.openxmlformats.org/drawingml/2006/main" noGrp="1"/>
          </p:cNvSpPr>
          <p:nvPr>
            <p:ph type="dt" idx="4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FE6BCD-072B-4C98-999C-2F1BF08A8651}" type="datetime1">
              <a:t>4/26/2024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4561260-593D-4AD6-A0E4-834F8BAAC63D}"/>
              </a:ext>
            </a:extLst>
          </p:cNvPr>
          <p:cNvSpPr>
            <a:spLocks xmlns:a="http://schemas.openxmlformats.org/drawingml/2006/main" noGrp="1"/>
          </p:cNvSpPr>
          <p:nvPr>
            <p:ph type="ftr" idx="4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Copyright © 2022, Oracle and/or its affiliates  |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9B71F68-88E7-48F0-B084-32D91B0A0BEB}"/>
              </a:ext>
            </a:extLst>
          </p:cNvPr>
          <p:cNvSpPr>
            <a:spLocks xmlns:a="http://schemas.openxmlformats.org/drawingml/2006/main" noGrp="1"/>
          </p:cNvSpPr>
          <p:nvPr>
            <p:ph type="sldNum" idx="4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5D60D9-5372-5F40-9443-0F9AE5BDC3C8}" type="slidenum">
              <a:t>‹#›</a:t>
            </a:fld>
          </a:p>
        </p:txBody>
      </p:sp>
      <p:sp>
        <p:nvSpPr>
          <p:cNvPr id="9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3AB42C3-C7C2-47CD-8E87-C5D5963E7A0E}"/>
              </a:ext>
            </a:extLst>
          </p:cNvPr>
          <p:cNvSpPr>
            <a:spLocks xmlns:a="http://schemas.openxmlformats.org/drawingml/2006/main" noGrp="1"/>
          </p:cNvSpPr>
          <p:nvPr>
            <p:ph type="body" idx="48"/>
          </p:nvPr>
        </p:nvSpPr>
        <p:spPr>
          <a:xfrm xmlns:a="http://schemas.openxmlformats.org/drawingml/2006/main">
            <a:off x="6364986" y="1609724"/>
            <a:ext cx="5084064" cy="45053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365125" indent="-365125">
              <a:buClr>
                <a:schemeClr val="accent5"/>
              </a:buClr>
              <a:buFont typeface="+mj-lt"/>
              <a:buAutoNum type="arabicPeriod"/>
              <a:defRPr/>
            </a:lvl1pPr>
            <a:lvl2pPr marL="548640">
              <a:buNone/>
              <a:defRPr/>
            </a:lvl2pPr>
            <a:lvl3pPr marL="731520">
              <a:buNone/>
              <a:defRPr/>
            </a:lvl3pPr>
            <a:lvl4pPr marL="914400">
              <a:buNone/>
              <a:defRPr/>
            </a:lvl4pPr>
            <a:lvl5pPr marL="109728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</p:spTree>
  </p:cSld>
</p:sldLayout>
</file>

<file path=ppt/slideLayouts/slideLayout15.xml><?xml version="1.0" encoding="utf-8"?>
<p:sldLayout xmlns:p="http://schemas.openxmlformats.org/presentationml/2006/main" preserve="1">
  <p:cSld name="Light - Title/Subtitle Quad Infographic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ubtitle">
            <a:extLst xmlns:a="http://schemas.openxmlformats.org/drawingml/2006/main">
              <a:ext uri="{FF2B5EF4-FFF2-40B4-BE49-F238E27FC236}">
                <a16:creationId xmlns:a16="http://schemas.microsoft.com/office/drawing/2014/main" id="{F8627394-C302-DF4A-A2CC-76DC053BE227}"/>
              </a:ext>
            </a:extLst>
          </p:cNvPr>
          <p:cNvSpPr>
            <a:spLocks xmlns:a="http://schemas.openxmlformats.org/drawingml/2006/main" noGrp="1"/>
          </p:cNvSpPr>
          <p:nvPr>
            <p:ph type="body" idx="27" hasCustomPrompt="1"/>
          </p:nvPr>
        </p:nvSpPr>
        <p:spPr>
          <a:xfrm xmlns:a="http://schemas.openxmlformats.org/drawingml/2006/main">
            <a:off x="766763" y="1014984"/>
            <a:ext cx="10671048" cy="3305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>
            <a:noAutofit/>
          </a:bodyPr>
          <a:lstStyle xmlns:a="http://schemas.openxmlformats.org/drawingml/2006/main">
            <a:lvl1pPr marL="0" indent="0">
              <a:spcAft>
                <a:spcPts val="0"/>
              </a:spcAft>
              <a:buNone/>
              <a:defRPr sz="2000" b="0" i="0">
                <a:latin typeface="Oracle Sans Tab"/>
                <a:ea typeface="Oracle Sans Tab"/>
                <a:cs typeface="Oracle Sans Tab"/>
              </a:defRPr>
            </a:lvl1pPr>
          </a:lstStyle>
          <a:p xmlns:a="http://schemas.openxmlformats.org/drawingml/2006/main">
            <a:pPr lvl="0">
              <a:buNone/>
            </a:pPr>
            <a:r>
              <a:t>Subtitle</a:t>
            </a:r>
          </a:p>
        </p:txBody>
      </p:sp>
      <p:sp>
        <p:nvSpPr>
          <p:cNvPr id="33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DC7ED535-9B24-2444-9E27-765F743C79F0}"/>
              </a:ext>
            </a:extLst>
          </p:cNvPr>
          <p:cNvSpPr>
            <a:spLocks xmlns:a="http://schemas.openxmlformats.org/drawingml/2006/main" noGrp="1"/>
          </p:cNvSpPr>
          <p:nvPr>
            <p:ph type="pic" idx="23"/>
          </p:nvPr>
        </p:nvSpPr>
        <p:spPr>
          <a:xfrm xmlns:a="http://schemas.openxmlformats.org/drawingml/2006/main">
            <a:off x="766763" y="1609725"/>
            <a:ext cx="1618488" cy="161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icon to add picture</a:t>
            </a:r>
          </a:p>
        </p:txBody>
      </p:sp>
      <p:sp>
        <p:nvSpPr>
          <p:cNvPr id="25" name="Text Field 1">
            <a:extLst xmlns:a="http://schemas.openxmlformats.org/drawingml/2006/main">
              <a:ext uri="{FF2B5EF4-FFF2-40B4-BE49-F238E27FC236}">
                <a16:creationId xmlns:a16="http://schemas.microsoft.com/office/drawing/2014/main" id="{C023883C-5CAF-9849-B009-1426F3585365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2635245" y="1609725"/>
            <a:ext cx="3203704" cy="18732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35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422BC426-FCDB-1347-93C5-E0102AEBC39C}"/>
              </a:ext>
            </a:extLst>
          </p:cNvPr>
          <p:cNvSpPr>
            <a:spLocks xmlns:a="http://schemas.openxmlformats.org/drawingml/2006/main" noGrp="1"/>
          </p:cNvSpPr>
          <p:nvPr>
            <p:ph type="pic" idx="25"/>
          </p:nvPr>
        </p:nvSpPr>
        <p:spPr>
          <a:xfrm xmlns:a="http://schemas.openxmlformats.org/drawingml/2006/main">
            <a:off x="6350303" y="1609725"/>
            <a:ext cx="1618488" cy="161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icon to add picture</a:t>
            </a:r>
          </a:p>
        </p:txBody>
      </p:sp>
      <p:sp>
        <p:nvSpPr>
          <p:cNvPr id="31" name="Text Field 2">
            <a:extLst xmlns:a="http://schemas.openxmlformats.org/drawingml/2006/main">
              <a:ext uri="{FF2B5EF4-FFF2-40B4-BE49-F238E27FC236}">
                <a16:creationId xmlns:a16="http://schemas.microsoft.com/office/drawing/2014/main" id="{0EDDA99D-1B70-A347-9716-4968C6A671A3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8224823" y="1609725"/>
            <a:ext cx="3203704" cy="18732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3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B5E51CE6-D9C1-DD40-936F-2F700452F826}"/>
              </a:ext>
            </a:extLst>
          </p:cNvPr>
          <p:cNvSpPr>
            <a:spLocks xmlns:a="http://schemas.openxmlformats.org/drawingml/2006/main" noGrp="1"/>
          </p:cNvSpPr>
          <p:nvPr>
            <p:ph type="pic" idx="24"/>
          </p:nvPr>
        </p:nvSpPr>
        <p:spPr>
          <a:xfrm xmlns:a="http://schemas.openxmlformats.org/drawingml/2006/main">
            <a:off x="766763" y="4241162"/>
            <a:ext cx="1618488" cy="161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icon to add picture</a:t>
            </a:r>
          </a:p>
        </p:txBody>
      </p:sp>
      <p:sp>
        <p:nvSpPr>
          <p:cNvPr id="29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031D2CD6-C0D8-8147-83B7-2E2A8E87228F}"/>
              </a:ext>
            </a:extLst>
          </p:cNvPr>
          <p:cNvSpPr>
            <a:spLocks xmlns:a="http://schemas.openxmlformats.org/drawingml/2006/main" noGrp="1"/>
          </p:cNvSpPr>
          <p:nvPr>
            <p:ph type="body" idx="20"/>
          </p:nvPr>
        </p:nvSpPr>
        <p:spPr>
          <a:xfrm xmlns:a="http://schemas.openxmlformats.org/drawingml/2006/main">
            <a:off x="2635245" y="4241162"/>
            <a:ext cx="3203704" cy="18732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36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E401E47D-2565-384E-8A5E-2C02D2EAAAAB}"/>
              </a:ext>
            </a:extLst>
          </p:cNvPr>
          <p:cNvSpPr>
            <a:spLocks xmlns:a="http://schemas.openxmlformats.org/drawingml/2006/main" noGrp="1"/>
          </p:cNvSpPr>
          <p:nvPr>
            <p:ph type="pic" idx="26"/>
          </p:nvPr>
        </p:nvSpPr>
        <p:spPr>
          <a:xfrm xmlns:a="http://schemas.openxmlformats.org/drawingml/2006/main">
            <a:off x="6350303" y="4241162"/>
            <a:ext cx="1618488" cy="161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icon to add picture</a:t>
            </a:r>
          </a:p>
        </p:txBody>
      </p:sp>
      <p:sp>
        <p:nvSpPr>
          <p:cNvPr id="32" name="Text Field 4">
            <a:extLst xmlns:a="http://schemas.openxmlformats.org/drawingml/2006/main">
              <a:ext uri="{FF2B5EF4-FFF2-40B4-BE49-F238E27FC236}">
                <a16:creationId xmlns:a16="http://schemas.microsoft.com/office/drawing/2014/main" id="{41923FF5-9A13-1F4B-89D9-62FE2B438352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8224823" y="4241162"/>
            <a:ext cx="3203704" cy="18732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EA56FC21-9E73-4F6F-9512-715B2F6AE70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Title</a:t>
            </a:r>
          </a:p>
        </p:txBody>
      </p:sp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80A4CAAD-4985-4FFF-BE24-1873DC385CA6}"/>
              </a:ext>
            </a:extLst>
          </p:cNvPr>
          <p:cNvSpPr>
            <a:spLocks xmlns:a="http://schemas.openxmlformats.org/drawingml/2006/main" noGrp="1"/>
          </p:cNvSpPr>
          <p:nvPr>
            <p:ph type="dt" idx="2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567B211-6658-437D-83F1-FBB0057E47DE}" type="datetime1">
              <a:t>4/26/2024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DD6AD3B-D115-41B9-A024-91B560E170AD}"/>
              </a:ext>
            </a:extLst>
          </p:cNvPr>
          <p:cNvSpPr>
            <a:spLocks xmlns:a="http://schemas.openxmlformats.org/drawingml/2006/main" noGrp="1"/>
          </p:cNvSpPr>
          <p:nvPr>
            <p:ph type="ftr" idx="2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Copyright © 2022, Oracle and/or its affiliates  |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5F57306-2538-4D77-8134-400C30C727EE}"/>
              </a:ext>
            </a:extLst>
          </p:cNvPr>
          <p:cNvSpPr>
            <a:spLocks xmlns:a="http://schemas.openxmlformats.org/drawingml/2006/main" noGrp="1"/>
          </p:cNvSpPr>
          <p:nvPr>
            <p:ph type="sldNum" idx="3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5D60D9-5372-5F40-9443-0F9AE5BDC3C8}" type="slidenum">
              <a:t>‹#›</a:t>
            </a:fld>
          </a:p>
        </p:txBody>
      </p:sp>
    </p:spTree>
  </p:cSld>
</p:sldLayout>
</file>

<file path=ppt/slideLayouts/slideLayout16.xml><?xml version="1.0" encoding="utf-8"?>
<p:sldLayout xmlns:p="http://schemas.openxmlformats.org/presentationml/2006/main" showMasterSp="0" preserve="1">
  <p:cSld name="Light - Blank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OTa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2514ba65e34bb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83112" y="6355080"/>
            <a:ext cx="502920" cy="502920"/>
          </a:xfrm>
          <a:prstGeom xmlns:a="http://schemas.openxmlformats.org/drawingml/2006/main" prst="rect">
            <a:avLst/>
          </a:prstGeom>
        </p:spPr>
      </p:pic>
      <p:pic>
        <p:nvPicPr>
          <p:cNvPr id="9" name="OTa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2514ba65e34bb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83112" y="6355080"/>
            <a:ext cx="502920" cy="502920"/>
          </a:xfrm>
          <a:prstGeom xmlns:a="http://schemas.openxmlformats.org/drawingml/2006/main" prst="rect">
            <a:avLst/>
          </a:prstGeom>
        </p:spPr>
      </p:pic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B6E29D2F-E9BE-442D-8048-30D82B0FA2D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FD97975-0B61-466D-9FCF-B31DF2BCED0C}" type="datetime1">
              <a:t>4/26/2024</a:t>
            </a:fld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4249E66D-873C-4E3D-B665-952DA3AD6CC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Copyright © 2022, Oracle and/or its affiliates  |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B52D4C26-D77F-4F76-BA95-32055FEC61F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5D60D9-5372-5F40-9443-0F9AE5BDC3C8}" type="slidenum">
              <a:t>‹#›</a:t>
            </a:fld>
          </a:p>
        </p:txBody>
      </p:sp>
    </p:spTree>
  </p:cSld>
</p:sldLayout>
</file>

<file path=ppt/slideLayouts/slideLayout17.xml><?xml version="1.0" encoding="utf-8"?>
<p:sldLayout xmlns:p="http://schemas.openxmlformats.org/presentationml/2006/main" preserve="1">
  <p:cSld name="Light - 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F5090641-BB3E-479D-A754-1B2B6F37AEB9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Title</a:t>
            </a:r>
          </a:p>
        </p:txBody>
      </p:sp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1153D77D-CD9E-445C-8F26-904F65B519A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898B69A-3FDC-4CAF-AA64-2A38456C3B7B}" type="datetime1">
              <a:t>4/26/2024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0DAEFA0-C12C-4365-A532-D29F819542E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Copyright © 2022, Oracle and/or its affiliates  |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E6038FD-33E0-4C25-AC00-13FEB177A4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5D60D9-5372-5F40-9443-0F9AE5BDC3C8}" type="slidenum">
              <a:t>‹#›</a:t>
            </a:fld>
          </a:p>
        </p:txBody>
      </p:sp>
    </p:spTree>
  </p:cSld>
</p:sldLayout>
</file>

<file path=ppt/slideLayouts/slideLayout18.xml><?xml version="1.0" encoding="utf-8"?>
<p:sldLayout xmlns:p="http://schemas.openxmlformats.org/presentationml/2006/main" preserve="1">
  <p:cSld name="Light - Title/Sub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ubtitle">
            <a:extLst xmlns:a="http://schemas.openxmlformats.org/drawingml/2006/main">
              <a:ext uri="{FF2B5EF4-FFF2-40B4-BE49-F238E27FC236}">
                <a16:creationId xmlns:a16="http://schemas.microsoft.com/office/drawing/2014/main" id="{FC0004EB-159B-A345-859C-0E83416ED930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024235"/>
            <a:ext cx="10671048" cy="3305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>
            <a:noAutofit/>
          </a:bodyPr>
          <a:lstStyle xmlns:a="http://schemas.openxmlformats.org/drawingml/2006/main">
            <a:lvl1pPr marL="0" indent="0">
              <a:spcAft>
                <a:spcPts val="0"/>
              </a:spcAft>
              <a:buNone/>
              <a:defRPr sz="2000" b="0" i="0">
                <a:latin typeface="Oracle Sans Tab"/>
                <a:ea typeface="Oracle Sans Tab"/>
                <a:cs typeface="Oracle Sans Tab"/>
              </a:defRPr>
            </a:lvl1pPr>
          </a:lstStyle>
          <a:p xmlns:a="http://schemas.openxmlformats.org/drawingml/2006/main">
            <a:pPr lvl="0">
              <a:buNone/>
            </a:pPr>
            <a:r>
              <a:t>Subtitle</a:t>
            </a:r>
          </a:p>
        </p:txBody>
      </p:sp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AC6A8D35-C90D-428D-8E15-6F958679D94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Title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56526A55-50C7-43D1-9A4E-DE6E31578685}"/>
              </a:ext>
            </a:extLst>
          </p:cNvPr>
          <p:cNvSpPr>
            <a:spLocks xmlns:a="http://schemas.openxmlformats.org/drawingml/2006/main" noGrp="1"/>
          </p:cNvSpPr>
          <p:nvPr>
            <p:ph type="dt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77B88C8-B304-42E2-BB3F-7BB2000C45BA}" type="datetime1">
              <a:t>4/26/2024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47ED885-1287-4046-BFFE-E5DEC702C7AE}"/>
              </a:ext>
            </a:extLst>
          </p:cNvPr>
          <p:cNvSpPr>
            <a:spLocks xmlns:a="http://schemas.openxmlformats.org/drawingml/2006/main" noGrp="1"/>
          </p:cNvSpPr>
          <p:nvPr>
            <p:ph type="ftr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Copyright © 2022, Oracle and/or its affiliates  |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A9C1380-E61D-4D70-B7A9-EA2CA56D1441}"/>
              </a:ext>
            </a:extLst>
          </p:cNvPr>
          <p:cNvSpPr>
            <a:spLocks xmlns:a="http://schemas.openxmlformats.org/drawingml/2006/main" noGrp="1"/>
          </p:cNvSpPr>
          <p:nvPr>
            <p:ph type="sldNum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5D60D9-5372-5F40-9443-0F9AE5BDC3C8}" type="slidenum">
              <a:t>‹#›</a:t>
            </a:fld>
          </a:p>
        </p:txBody>
      </p:sp>
    </p:spTree>
  </p:cSld>
</p:sldLayout>
</file>

<file path=ppt/slideLayouts/slideLayout19.xml><?xml version="1.0" encoding="utf-8"?>
<p:sldLayout xmlns:p="http://schemas.openxmlformats.org/presentationml/2006/main" showMasterSp="0" preserve="1" userDrawn="1">
  <p:cSld name="Light - Metric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2c9060e8f804b62"/>
          <a:srcRect xmlns:a="http://schemas.openxmlformats.org/drawingml/2006/main" l="49576" t="0" r="0" b="0"/>
          <a:stretch xmlns:a="http://schemas.openxmlformats.org/drawingml/2006/main"/>
        </p:blipFill>
        <p:spPr>
          <a:xfrm xmlns:a="http://schemas.openxmlformats.org/drawingml/2006/main">
            <a:off x="6044249" y="0"/>
            <a:ext cx="6147750" cy="6858000"/>
          </a:xfrm>
          <a:prstGeom xmlns:a="http://schemas.openxmlformats.org/drawingml/2006/main" prst="rect">
            <a:avLst/>
          </a:prstGeom>
        </p:spPr>
      </p:pic>
      <p:pic>
        <p:nvPicPr>
          <p:cNvPr id="12" name="OTa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f6695f17c44a5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71217" y="6355080"/>
            <a:ext cx="502920" cy="502920"/>
          </a:xfrm>
          <a:prstGeom xmlns:a="http://schemas.openxmlformats.org/drawingml/2006/main" prst="rect">
            <a:avLst/>
          </a:prstGeom>
        </p:spPr>
      </p:pic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9A83AB0E-EC5F-476F-B6A9-E6F9CE84E95A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723900" y="1600200"/>
            <a:ext cx="5072063" cy="2319489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600" b="0">
                <a:solidFill>
                  <a:srgbClr val="AE562C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00%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14EF74DF-FD68-4CDF-B4CE-342E7A165BCB}"/>
              </a:ext>
            </a:extLst>
          </p:cNvPr>
          <p:cNvSpPr>
            <a:spLocks xmlns:a="http://schemas.openxmlformats.org/drawingml/2006/main" noGrp="1"/>
          </p:cNvSpPr>
          <p:nvPr>
            <p:ph type="dt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4EB18A2-7EBE-4232-99F5-52F53521DCFC}" type="datetime1">
              <a:t>4/26/2024</a:t>
            </a:fld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89C4B030-1E0B-4CB0-87B4-DF607257368B}"/>
              </a:ext>
            </a:extLst>
          </p:cNvPr>
          <p:cNvSpPr>
            <a:spLocks xmlns:a="http://schemas.openxmlformats.org/drawingml/2006/main" noGrp="1"/>
          </p:cNvSpPr>
          <p:nvPr>
            <p:ph type="ftr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Copyright © 2022, Oracle and/or its affiliates  |</a:t>
            </a:r>
          </a:p>
        </p:txBody>
      </p:sp>
      <p:sp>
        <p:nvSpPr>
          <p:cNvPr id="8" name="Slide Number Placeholder 7">
            <a:extLst xmlns:a="http://schemas.openxmlformats.org/drawingml/2006/main">
              <a:ext uri="{FF2B5EF4-FFF2-40B4-BE49-F238E27FC236}">
                <a16:creationId xmlns:a16="http://schemas.microsoft.com/office/drawing/2014/main" id="{CBADD7B5-9676-40DE-A88A-5EC3D33A6577}"/>
              </a:ext>
            </a:extLst>
          </p:cNvPr>
          <p:cNvSpPr>
            <a:spLocks xmlns:a="http://schemas.openxmlformats.org/drawingml/2006/main" noGrp="1"/>
          </p:cNvSpPr>
          <p:nvPr>
            <p:ph type="sldNum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5D60D9-5372-5F40-9443-0F9AE5BDC3C8}" type="slidenum">
              <a:t>‹#›</a:t>
            </a:fld>
          </a:p>
        </p:txBody>
      </p:sp>
    </p:spTree>
  </p:cSld>
</p:sldLayout>
</file>

<file path=ppt/slideLayouts/slideLayout20.xml><?xml version="1.0" encoding="utf-8"?>
<p:sldLayout xmlns:p="http://schemas.openxmlformats.org/presentationml/2006/main" showMasterSp="0" preserve="1">
  <p:cSld name="Light - Data Texture 07 Blank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85076a7c1e453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11" name="OTa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9b2a6aae4348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83112" y="6355080"/>
            <a:ext cx="502920" cy="502920"/>
          </a:xfrm>
          <a:prstGeom xmlns:a="http://schemas.openxmlformats.org/drawingml/2006/main" prst="rect">
            <a:avLst/>
          </a:prstGeom>
        </p:spPr>
      </p:pic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AADFA4C3-C577-4944-B23B-0E8CEECA00F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5141F94-A6C5-4BF7-A508-2C3B85711BB9}" type="datetime1">
              <a:t>4/26/2024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E548FBC-C180-4348-924F-1AD0DE33EC9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Copyright © 2022, Oracle and/or its affiliates  |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2993164-8F12-4A57-BCB2-ECAB88B102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5D60D9-5372-5F40-9443-0F9AE5BDC3C8}" type="slidenum">
              <a:t>‹#›</a:t>
            </a:fld>
          </a:p>
        </p:txBody>
      </p:sp>
    </p:spTree>
  </p:cSld>
</p:sldLayout>
</file>

<file path=ppt/slideLayouts/slideLayout21.xml><?xml version="1.0" encoding="utf-8"?>
<p:sldLayout xmlns:p="http://schemas.openxmlformats.org/presentationml/2006/main" preserve="1">
  <p:cSld name="Light - Safe Harbo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">
            <a:extLst xmlns:a="http://schemas.openxmlformats.org/drawingml/2006/main">
              <a:ext uri="{FF2B5EF4-FFF2-40B4-BE49-F238E27FC236}">
                <a16:creationId xmlns:a16="http://schemas.microsoft.com/office/drawing/2014/main" id="{F7C5FACA-CB69-F341-96EC-260102929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" y="184150"/>
            <a:ext cx="10671048" cy="8229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lvl1pPr indent="0">
              <a:lnSpc>
                <a:spcPct val="95000"/>
              </a:lnSpc>
              <a:spcBef>
                <a:spcPts val="1000"/>
              </a:spcBef>
              <a:buFont typeface="Arial"/>
              <a:buNone/>
              <a:defRPr sz="2400" b="1" i="0" baseline="0">
                <a:solidFill>
                  <a:schemeClr val="bg1"/>
                </a:solidFill>
                <a:latin typeface="Oracle Sans"/>
                <a:ea typeface="Oracle Sans"/>
                <a:cs typeface="Oracle Sans"/>
              </a:defRPr>
            </a:lvl1pPr>
          </a:lstStyle>
          <a:p xmlns:a="http://schemas.openxmlformats.org/drawingml/2006/main">
            <a:pPr lvl="0">
              <a:buNone/>
            </a:pPr>
            <a:r>
              <a:rPr>
                <a:solidFill>
                  <a:schemeClr val="tx1"/>
                </a:solidFill>
                <a:latin typeface="+mn-lt"/>
                <a:ea typeface="+mn-lt"/>
                <a:cs typeface="+mn-lt"/>
              </a:rPr>
              <a:t>Safe harbor statement</a:t>
            </a:r>
          </a:p>
        </p:txBody>
      </p:sp>
      <p:sp>
        <p:nvSpPr>
          <p:cNvPr id="14" name="Text Field">
            <a:extLst xmlns:a="http://schemas.openxmlformats.org/drawingml/2006/main">
              <a:ext uri="{FF2B5EF4-FFF2-40B4-BE49-F238E27FC236}">
                <a16:creationId xmlns:a16="http://schemas.microsoft.com/office/drawing/2014/main" id="{EA78FDD8-084D-2D41-A37D-7DE0C431B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" y="1608421"/>
            <a:ext cx="7987939" cy="24929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800" b="0" i="0" u="none">
                <a:solidFill>
                  <a:schemeClr val="tx1"/>
                </a:solidFill>
                <a:latin typeface="+mn-lt"/>
                <a:ea typeface="+mn-lt"/>
                <a:cs typeface="+mn-lt"/>
              </a:rPr>
              <a:t>As of August 2020, for most presentations, a safe harbor statement is no longer required, and you will not need to use this slide.  </a:t>
            </a:r>
            <a:br/>
          </a:p>
          <a:p xmlns:a="http://schemas.openxmlformats.org/drawingml/2006/main">
            <a:r>
              <a:rPr sz="1800" b="0" i="0" u="none">
                <a:solidFill>
                  <a:schemeClr val="tx1"/>
                </a:solidFill>
                <a:latin typeface="+mn-lt"/>
                <a:ea typeface="+mn-lt"/>
                <a:cs typeface="+mn-lt"/>
              </a:rPr>
              <a:t>The forward looking statement safe harbor slide is required ONLY for external presentations that pertain to: product launches, executive presentations and keynotes at major events, and any event attended by financial analysts.</a:t>
            </a:r>
          </a:p>
          <a:p xmlns:a="http://schemas.openxmlformats.org/drawingml/2006/main"/>
          <a:p xmlns:a="http://schemas.openxmlformats.org/drawingml/2006/main">
            <a:r>
              <a:t>The notice is available at the </a:t>
            </a:r>
            <a:r>
              <a:rPr u="sng">
                <a:solidFill>
                  <a:srgbClr val="00688C"/>
                </a:solidFill>
              </a:rPr>
              <a:t>Safe Harbor Confluence Page</a:t>
            </a:r>
          </a:p>
          <a:p xmlns:a="http://schemas.openxmlformats.org/drawingml/2006/main">
            <a:r>
              <a:t>Contact for Forward Looking Statement: </a:t>
            </a:r>
            <a:r>
              <a:rPr u="sng">
                <a:solidFill>
                  <a:srgbClr val="00688C"/>
                </a:solidFill>
              </a:rPr>
              <a:t>quietperiod_ww_grp@oracle.com</a:t>
            </a:r>
          </a:p>
        </p:txBody>
      </p:sp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7D96628B-0EF0-416B-9E8E-3931DFCB912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9A25676-9912-48C6-9E3A-F4D21A096116}" type="datetime1">
              <a:t>4/26/2024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72B72738-3834-418C-9636-B18B1A1825F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Copyright © 2022, Oracle and/or its affiliates  |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95C840CC-B289-4EEE-9D6C-A6440E6863B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5D60D9-5372-5F40-9443-0F9AE5BDC3C8}" type="slidenum">
              <a:t>‹#›</a:t>
            </a:fld>
          </a:p>
        </p:txBody>
      </p:sp>
    </p:spTree>
  </p:cSld>
</p:sldLayout>
</file>

<file path=ppt/slideLayouts/slideLayout22.xml><?xml version="1.0" encoding="utf-8"?>
<p:sldLayout xmlns:p="http://schemas.openxmlformats.org/presentationml/2006/main" showMasterSp="0" preserve="1">
  <p:cSld name="Light - Remote Speaker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ad2dd9e23384871"/>
          <a:srcRect xmlns:a="http://schemas.openxmlformats.org/drawingml/2006/main" l="40000" t="0" r="0" b="0"/>
          <a:stretch xmlns:a="http://schemas.openxmlformats.org/drawingml/2006/main"/>
        </p:blipFill>
        <p:spPr>
          <a:xfrm xmlns:a="http://schemas.openxmlformats.org/drawingml/2006/main">
            <a:off x="4876800" y="0"/>
            <a:ext cx="7315200" cy="6858000"/>
          </a:xfrm>
          <a:prstGeom xmlns:a="http://schemas.openxmlformats.org/drawingml/2006/main" prst="rect">
            <a:avLst/>
          </a:prstGeom>
        </p:spPr>
      </p:pic>
      <p:sp>
        <p:nvSpPr>
          <p:cNvPr id="20" name="Title">
            <a:extLst xmlns:a="http://schemas.openxmlformats.org/drawingml/2006/main">
              <a:ext uri="{FF2B5EF4-FFF2-40B4-BE49-F238E27FC236}">
                <a16:creationId xmlns:a16="http://schemas.microsoft.com/office/drawing/2014/main" id="{D94542D5-A1D6-E542-963D-B72B60EDE019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385816" y="2351724"/>
            <a:ext cx="6297167" cy="822960"/>
          </a:xfr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lvl1pPr>
              <a:buNone/>
              <a:defRPr sz="2400" b="1" i="0" baseline="0">
                <a:latin typeface="Oracle Sans Tab"/>
                <a:ea typeface="Oracle Sans Tab"/>
                <a:cs typeface="Oracle Sans Tab"/>
              </a:defRPr>
            </a:lvl1pPr>
          </a:lstStyle>
          <a:p xmlns:a="http://schemas.openxmlformats.org/drawingml/2006/main">
            <a:pPr marL="0" lvl="0" indent="0">
              <a:spcBef>
                <a:spcPts val="1000"/>
              </a:spcBef>
              <a:buFont typeface="Arial"/>
              <a:buNone/>
            </a:pPr>
            <a:r>
              <a:t>Add title here. Also remove/replace placeholder image as needed.</a:t>
            </a:r>
          </a:p>
        </p:txBody>
      </p:sp>
      <p:sp>
        <p:nvSpPr>
          <p:cNvPr id="21" name="Text Field">
            <a:extLst xmlns:a="http://schemas.openxmlformats.org/drawingml/2006/main">
              <a:ext uri="{FF2B5EF4-FFF2-40B4-BE49-F238E27FC236}">
                <a16:creationId xmlns:a16="http://schemas.microsoft.com/office/drawing/2014/main" id="{517ED098-6976-5549-9CFB-EE89734AF8D4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5385816" y="3662156"/>
            <a:ext cx="6297168" cy="113248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>
            <a:lvl1pPr>
              <a:buNone/>
              <a:defRPr sz="2000"/>
            </a:lvl1pPr>
          </a:lstStyle>
          <a:p xmlns:a="http://schemas.openxmlformats.org/drawingml/2006/main">
            <a:pPr lvl="0">
              <a:buNone/>
            </a:pPr>
            <a:r>
              <a:t>Title</a:t>
            </a:r>
          </a:p>
          <a:p xmlns:a="http://schemas.openxmlformats.org/drawingml/2006/main">
            <a:pPr lvl="0">
              <a:buNone/>
            </a:pPr>
            <a:r>
              <a:t>Company</a:t>
            </a:r>
          </a:p>
          <a:p xmlns:a="http://schemas.openxmlformats.org/drawingml/2006/main">
            <a:pPr lvl="0">
              <a:buNone/>
            </a:pPr>
            <a:r>
              <a:t>Date</a:t>
            </a:r>
          </a:p>
        </p:txBody>
      </p:sp>
      <p:pic>
        <p:nvPicPr>
          <p:cNvPr id="27" name="OTa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74414bbacb4c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83112" y="6355080"/>
            <a:ext cx="502920" cy="502920"/>
          </a:xfrm>
          <a:prstGeom xmlns:a="http://schemas.openxmlformats.org/drawingml/2006/main" prst="rect">
            <a:avLst/>
          </a:prstGeom>
        </p:spPr>
      </p:pic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32F5E131-FF87-4B2F-9DB6-B4DB095B758D}"/>
              </a:ext>
            </a:extLst>
          </p:cNvPr>
          <p:cNvSpPr>
            <a:spLocks xmlns:a="http://schemas.openxmlformats.org/drawingml/2006/main" noGrp="1"/>
          </p:cNvSpPr>
          <p:nvPr>
            <p:ph type="pic" idx="20" hasCustomPrompt="1"/>
          </p:nvPr>
        </p:nvSpPr>
        <p:spPr>
          <a:xfrm xmlns:a="http://schemas.openxmlformats.org/drawingml/2006/main">
            <a:off x="0" y="0"/>
            <a:ext cx="4876800" cy="6858000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add image</a:t>
            </a:r>
          </a:p>
        </p:txBody>
      </p:sp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BC86FB79-6AF9-4538-98F2-33825A26DECE}"/>
              </a:ext>
            </a:extLst>
          </p:cNvPr>
          <p:cNvSpPr>
            <a:spLocks xmlns:a="http://schemas.openxmlformats.org/drawingml/2006/main" noGrp="1"/>
          </p:cNvSpPr>
          <p:nvPr>
            <p:ph type="dt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EC86372-ED1D-451E-A0DA-92F70A0393B1}" type="datetime1">
              <a:t>4/26/2024</a:t>
            </a:fld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4D6A4509-AC78-4360-9126-01A3BC6609AC}"/>
              </a:ext>
            </a:extLst>
          </p:cNvPr>
          <p:cNvSpPr>
            <a:spLocks xmlns:a="http://schemas.openxmlformats.org/drawingml/2006/main" noGrp="1"/>
          </p:cNvSpPr>
          <p:nvPr>
            <p:ph type="ftr" idx="2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Copyright © 2022, Oracle and/or its affiliates  |</a:t>
            </a:r>
          </a:p>
        </p:txBody>
      </p:sp>
      <p:sp>
        <p:nvSpPr>
          <p:cNvPr id="8" name="Slide Number Placeholder 7">
            <a:extLst xmlns:a="http://schemas.openxmlformats.org/drawingml/2006/main">
              <a:ext uri="{FF2B5EF4-FFF2-40B4-BE49-F238E27FC236}">
                <a16:creationId xmlns:a16="http://schemas.microsoft.com/office/drawing/2014/main" id="{6C2FCDC2-FBB6-46F4-9BD5-AE85C1DC3F2C}"/>
              </a:ext>
            </a:extLst>
          </p:cNvPr>
          <p:cNvSpPr>
            <a:spLocks xmlns:a="http://schemas.openxmlformats.org/drawingml/2006/main" noGrp="1"/>
          </p:cNvSpPr>
          <p:nvPr>
            <p:ph type="sldNum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5D60D9-5372-5F40-9443-0F9AE5BDC3C8}" type="slidenum">
              <a:t>‹#›</a:t>
            </a:fld>
          </a:p>
        </p:txBody>
      </p:sp>
    </p:spTree>
  </p:cSld>
</p:sldLayout>
</file>

<file path=ppt/slideLayouts/slideLayout23.xml><?xml version="1.0" encoding="utf-8"?>
<p:sldLayout xmlns:p="http://schemas.openxmlformats.org/presentationml/2006/main" showMasterSp="0" preserve="1">
  <p:cSld name="Light - Quote with Data Texture Background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230bda7c8a4e5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17" name="OTa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bb789a040b40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83112" y="6355080"/>
            <a:ext cx="502920" cy="502920"/>
          </a:xfrm>
          <a:prstGeom xmlns:a="http://schemas.openxmlformats.org/drawingml/2006/main" prst="rect">
            <a:avLst/>
          </a:prstGeom>
        </p:spPr>
      </p:pic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A19B719-F896-40D2-A59B-8E51E7D4BB65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768875" y="1828800"/>
            <a:ext cx="8049200" cy="20264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b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3200" b="0"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“Click to type customer or partner quote surrounded by quotation marks.” Remove/replace placeholder logo as needed.</a:t>
            </a:r>
          </a:p>
        </p:txBody>
      </p:sp>
      <p:sp>
        <p:nvSpPr>
          <p:cNvPr id="13" name="Text Field">
            <a:extLst xmlns:a="http://schemas.openxmlformats.org/drawingml/2006/main">
              <a:ext uri="{FF2B5EF4-FFF2-40B4-BE49-F238E27FC236}">
                <a16:creationId xmlns:a16="http://schemas.microsoft.com/office/drawing/2014/main" id="{B09058E5-A74E-C340-89D0-4D15C2F3B8D0}"/>
              </a:ext>
            </a:extLst>
          </p:cNvPr>
          <p:cNvSpPr>
            <a:spLocks xmlns:a="http://schemas.openxmlformats.org/drawingml/2006/main" noGrp="1"/>
          </p:cNvSpPr>
          <p:nvPr>
            <p:ph type="body" idx="37" hasCustomPrompt="1"/>
          </p:nvPr>
        </p:nvSpPr>
        <p:spPr>
          <a:xfrm xmlns:a="http://schemas.openxmlformats.org/drawingml/2006/main">
            <a:off x="761999" y="4540249"/>
            <a:ext cx="5333999" cy="266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b="1"/>
            </a:lvl1pPr>
          </a:lstStyle>
          <a:p xmlns:a="http://schemas.openxmlformats.org/drawingml/2006/main">
            <a:pPr lvl="0">
              <a:buNone/>
            </a:pPr>
            <a:r>
              <a:t>Name of person quoted</a:t>
            </a:r>
          </a:p>
        </p:txBody>
      </p:sp>
      <p:sp>
        <p:nvSpPr>
          <p:cNvPr id="12" name="Text Field 2">
            <a:extLst xmlns:a="http://schemas.openxmlformats.org/drawingml/2006/main">
              <a:ext uri="{FF2B5EF4-FFF2-40B4-BE49-F238E27FC236}">
                <a16:creationId xmlns:a16="http://schemas.microsoft.com/office/drawing/2014/main" id="{36C31D35-A48A-6B46-A3DB-FDB99CCA72F4}"/>
              </a:ext>
            </a:extLst>
          </p:cNvPr>
          <p:cNvSpPr>
            <a:spLocks xmlns:a="http://schemas.openxmlformats.org/drawingml/2006/main" noGrp="1"/>
          </p:cNvSpPr>
          <p:nvPr>
            <p:ph type="body" idx="36" hasCustomPrompt="1"/>
          </p:nvPr>
        </p:nvSpPr>
        <p:spPr>
          <a:xfrm xmlns:a="http://schemas.openxmlformats.org/drawingml/2006/main">
            <a:off x="761999" y="4877842"/>
            <a:ext cx="5333999" cy="89518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Additional information if needed</a:t>
            </a:r>
          </a:p>
        </p:txBody>
      </p:sp>
      <p:sp>
        <p:nvSpPr>
          <p:cNvPr id="7" name="Picture Placeholder 6">
            <a:extLst xmlns:a="http://schemas.openxmlformats.org/drawingml/2006/main">
              <a:ext uri="{FF2B5EF4-FFF2-40B4-BE49-F238E27FC236}">
                <a16:creationId xmlns:a16="http://schemas.microsoft.com/office/drawing/2014/main" id="{414A2E81-7AA0-4954-BF7E-C076C41AF7C6}"/>
              </a:ext>
            </a:extLst>
          </p:cNvPr>
          <p:cNvSpPr>
            <a:spLocks xmlns:a="http://schemas.openxmlformats.org/drawingml/2006/main" noGrp="1"/>
          </p:cNvSpPr>
          <p:nvPr>
            <p:ph type="pic" idx="41" hasCustomPrompt="1"/>
          </p:nvPr>
        </p:nvSpPr>
        <p:spPr>
          <a:xfrm xmlns:a="http://schemas.openxmlformats.org/drawingml/2006/main">
            <a:off x="771067" y="1013988"/>
            <a:ext cx="2944208" cy="814812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add logo</a:t>
            </a:r>
          </a:p>
        </p:txBody>
      </p:sp>
      <p:sp>
        <p:nvSpPr>
          <p:cNvPr id="6" name="Date Placeholder 5">
            <a:extLst xmlns:a="http://schemas.openxmlformats.org/drawingml/2006/main">
              <a:ext uri="{FF2B5EF4-FFF2-40B4-BE49-F238E27FC236}">
                <a16:creationId xmlns:a16="http://schemas.microsoft.com/office/drawing/2014/main" id="{F17ECA2C-4CF8-48ED-893A-2958F9909B90}"/>
              </a:ext>
            </a:extLst>
          </p:cNvPr>
          <p:cNvSpPr>
            <a:spLocks xmlns:a="http://schemas.openxmlformats.org/drawingml/2006/main" noGrp="1"/>
          </p:cNvSpPr>
          <p:nvPr>
            <p:ph type="dt" idx="4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B30A5-FB54-4DA1-B38D-1B7DE81C6A48}" type="datetime1">
              <a:t>4/26/2024</a:t>
            </a:fld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144FDBCE-E35C-4859-AD9D-93665BD69FD5}"/>
              </a:ext>
            </a:extLst>
          </p:cNvPr>
          <p:cNvSpPr>
            <a:spLocks xmlns:a="http://schemas.openxmlformats.org/drawingml/2006/main" noGrp="1"/>
          </p:cNvSpPr>
          <p:nvPr>
            <p:ph type="ftr" idx="4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Copyright © 2022, Oracle and/or its affiliates  |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0F5130C2-E640-4887-BCA9-090F40084C88}"/>
              </a:ext>
            </a:extLst>
          </p:cNvPr>
          <p:cNvSpPr>
            <a:spLocks xmlns:a="http://schemas.openxmlformats.org/drawingml/2006/main" noGrp="1"/>
          </p:cNvSpPr>
          <p:nvPr>
            <p:ph type="sldNum" idx="4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5D60D9-5372-5F40-9443-0F9AE5BDC3C8}" type="slidenum">
              <a:t>‹#›</a:t>
            </a:fld>
          </a:p>
        </p:txBody>
      </p:sp>
    </p:spTree>
  </p:cSld>
</p:sldLayout>
</file>

<file path=ppt/slideLayouts/slideLayout24.xml><?xml version="1.0" encoding="utf-8"?>
<p:sldLayout xmlns:p="http://schemas.openxmlformats.org/presentationml/2006/main" showMasterSp="0" preserve="1">
  <p:cSld name="Light - Quote with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Quote">
            <a:extLst xmlns:a="http://schemas.openxmlformats.org/drawingml/2006/main">
              <a:ext uri="{FF2B5EF4-FFF2-40B4-BE49-F238E27FC236}">
                <a16:creationId xmlns:a16="http://schemas.microsoft.com/office/drawing/2014/main" id="{A13E52A3-3B72-407D-BD94-ADB27B9FCE9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372844" y="2434528"/>
            <a:ext cx="6067096" cy="184665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b">
            <a:sp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3000" b="0"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“Click to type customer or partner quote surrounded by quotation marks.” Remove/replace placeholder image as needed.</a:t>
            </a:r>
          </a:p>
        </p:txBody>
      </p:sp>
      <p:sp>
        <p:nvSpPr>
          <p:cNvPr id="13" name="Text Field">
            <a:extLst xmlns:a="http://schemas.openxmlformats.org/drawingml/2006/main">
              <a:ext uri="{FF2B5EF4-FFF2-40B4-BE49-F238E27FC236}">
                <a16:creationId xmlns:a16="http://schemas.microsoft.com/office/drawing/2014/main" id="{04A571F4-71E4-264A-BBD5-0475995E681B}"/>
              </a:ext>
            </a:extLst>
          </p:cNvPr>
          <p:cNvSpPr>
            <a:spLocks xmlns:a="http://schemas.openxmlformats.org/drawingml/2006/main" noGrp="1"/>
          </p:cNvSpPr>
          <p:nvPr>
            <p:ph type="body" idx="37" hasCustomPrompt="1"/>
          </p:nvPr>
        </p:nvSpPr>
        <p:spPr>
          <a:xfrm xmlns:a="http://schemas.openxmlformats.org/drawingml/2006/main">
            <a:off x="5372844" y="4983135"/>
            <a:ext cx="6054629" cy="266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b="1"/>
            </a:lvl1pPr>
          </a:lstStyle>
          <a:p xmlns:a="http://schemas.openxmlformats.org/drawingml/2006/main">
            <a:pPr lvl="0">
              <a:buNone/>
            </a:pPr>
            <a:r>
              <a:t>Name of person quoted</a:t>
            </a:r>
          </a:p>
        </p:txBody>
      </p:sp>
      <p:sp>
        <p:nvSpPr>
          <p:cNvPr id="11" name="Text Field 2">
            <a:extLst xmlns:a="http://schemas.openxmlformats.org/drawingml/2006/main">
              <a:ext uri="{FF2B5EF4-FFF2-40B4-BE49-F238E27FC236}">
                <a16:creationId xmlns:a16="http://schemas.microsoft.com/office/drawing/2014/main" id="{CBFB97F9-F988-C34C-8B6D-BB4A4D881736}"/>
              </a:ext>
            </a:extLst>
          </p:cNvPr>
          <p:cNvSpPr>
            <a:spLocks xmlns:a="http://schemas.openxmlformats.org/drawingml/2006/main" noGrp="1"/>
          </p:cNvSpPr>
          <p:nvPr>
            <p:ph type="body" idx="36" hasCustomPrompt="1"/>
          </p:nvPr>
        </p:nvSpPr>
        <p:spPr>
          <a:xfrm xmlns:a="http://schemas.openxmlformats.org/drawingml/2006/main">
            <a:off x="5372844" y="5320728"/>
            <a:ext cx="6054629" cy="7863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Additional information if needed</a:t>
            </a:r>
          </a:p>
        </p:txBody>
      </p:sp>
      <p:pic>
        <p:nvPicPr>
          <p:cNvPr id="18" name="OTa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46b3ccce034f0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83112" y="6355080"/>
            <a:ext cx="502920" cy="502920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8F9EF32-2876-8841-ADB8-707F8BDB8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730" y="3244334"/>
            <a:ext cx="2285339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bg2"/>
                </a:solidFill>
              </a:rPr>
              <a:t>Click to add image</a:t>
            </a:r>
          </a:p>
        </p:txBody>
      </p:sp>
      <p:sp>
        <p:nvSpPr>
          <p:cNvPr id="12" name="Picture Placeholder 6">
            <a:extLst xmlns:a="http://schemas.openxmlformats.org/drawingml/2006/main">
              <a:ext uri="{FF2B5EF4-FFF2-40B4-BE49-F238E27FC236}">
                <a16:creationId xmlns:a16="http://schemas.microsoft.com/office/drawing/2014/main" id="{48F56FAF-A389-4DEC-BCB5-7C2BCDEBE166}"/>
              </a:ext>
            </a:extLst>
          </p:cNvPr>
          <p:cNvSpPr>
            <a:spLocks xmlns:a="http://schemas.openxmlformats.org/drawingml/2006/main" noGrp="1"/>
          </p:cNvSpPr>
          <p:nvPr>
            <p:ph type="pic" idx="41" hasCustomPrompt="1"/>
          </p:nvPr>
        </p:nvSpPr>
        <p:spPr>
          <a:xfrm xmlns:a="http://schemas.openxmlformats.org/drawingml/2006/main">
            <a:off x="5434085" y="1206535"/>
            <a:ext cx="2944208" cy="841248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add logo</a:t>
            </a:r>
          </a:p>
        </p:txBody>
      </p:sp>
      <p:sp>
        <p:nvSpPr>
          <p:cNvPr id="7" name="Picture Placeholder 6">
            <a:extLst xmlns:a="http://schemas.openxmlformats.org/drawingml/2006/main">
              <a:ext uri="{FF2B5EF4-FFF2-40B4-BE49-F238E27FC236}">
                <a16:creationId xmlns:a16="http://schemas.microsoft.com/office/drawing/2014/main" id="{6145069B-D056-45AF-BC91-ABDBFD0C3D17}"/>
              </a:ext>
            </a:extLst>
          </p:cNvPr>
          <p:cNvSpPr>
            <a:spLocks xmlns:a="http://schemas.openxmlformats.org/drawingml/2006/main" noGrp="1"/>
          </p:cNvSpPr>
          <p:nvPr>
            <p:ph type="pic" idx="42" hasCustomPrompt="1"/>
          </p:nvPr>
        </p:nvSpPr>
        <p:spPr>
          <a:xfrm xmlns:a="http://schemas.openxmlformats.org/drawingml/2006/main">
            <a:off x="0" y="0"/>
            <a:ext cx="4876800" cy="6858000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add image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3C7CAF2-5875-4790-8762-15A8CDD16E08}"/>
              </a:ext>
            </a:extLst>
          </p:cNvPr>
          <p:cNvSpPr>
            <a:spLocks xmlns:a="http://schemas.openxmlformats.org/drawingml/2006/main" noGrp="1"/>
          </p:cNvSpPr>
          <p:nvPr>
            <p:ph type="dt" idx="4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412C781-9486-495F-9009-294AB81D9257}" type="datetime1">
              <a:t>4/26/2024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F175504-AA80-48D0-ABE0-C3B4B0480FBA}"/>
              </a:ext>
            </a:extLst>
          </p:cNvPr>
          <p:cNvSpPr>
            <a:spLocks xmlns:a="http://schemas.openxmlformats.org/drawingml/2006/main" noGrp="1"/>
          </p:cNvSpPr>
          <p:nvPr>
            <p:ph type="ftr" idx="4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Copyright © 2022, Oracle and/or its affiliates  |</a:t>
            </a:r>
          </a:p>
        </p:txBody>
      </p:sp>
      <p:sp>
        <p:nvSpPr>
          <p:cNvPr id="8" name="Slide Number Placeholder 7">
            <a:extLst xmlns:a="http://schemas.openxmlformats.org/drawingml/2006/main">
              <a:ext uri="{FF2B5EF4-FFF2-40B4-BE49-F238E27FC236}">
                <a16:creationId xmlns:a16="http://schemas.microsoft.com/office/drawing/2014/main" id="{FA2E22D8-777D-4A4E-8190-9C7E9654A636}"/>
              </a:ext>
            </a:extLst>
          </p:cNvPr>
          <p:cNvSpPr>
            <a:spLocks xmlns:a="http://schemas.openxmlformats.org/drawingml/2006/main" noGrp="1"/>
          </p:cNvSpPr>
          <p:nvPr>
            <p:ph type="sldNum" idx="4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5D60D9-5372-5F40-9443-0F9AE5BDC3C8}" type="slidenum">
              <a:t>‹#›</a:t>
            </a:fld>
          </a:p>
        </p:txBody>
      </p:sp>
    </p:spTree>
  </p:cSld>
</p:sldLayout>
</file>

<file path=ppt/slideLayouts/slideLayout25.xml><?xml version="1.0" encoding="utf-8"?>
<p:sldLayout xmlns:p="http://schemas.openxmlformats.org/presentationml/2006/main" showMasterSp="0" preserve="1">
  <p:cSld name="1_Light - Thank You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0590714ae44e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-34448"/>
            <a:ext cx="6560075" cy="6858000"/>
          </a:xfrm>
          <a:prstGeom xmlns:a="http://schemas.openxmlformats.org/drawingml/2006/main" prst="rect">
            <a:avLst/>
          </a:prstGeom>
        </p:spPr>
      </p:pic>
      <p:pic>
        <p:nvPicPr>
          <p:cNvPr id="17" name="OTa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5eaa7237b14cf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83112" y="6355080"/>
            <a:ext cx="502920" cy="502920"/>
          </a:xfrm>
          <a:prstGeom xmlns:a="http://schemas.openxmlformats.org/drawingml/2006/main" prst="rect">
            <a:avLst/>
          </a:prstGeom>
        </p:spPr>
      </p:pic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698BC18-3443-48B2-97E6-989B7098DC52}"/>
              </a:ext>
            </a:extLst>
          </p:cNvPr>
          <p:cNvSpPr>
            <a:spLocks xmlns:a="http://schemas.openxmlformats.org/drawingml/2006/main" noGrp="1"/>
          </p:cNvSpPr>
          <p:nvPr>
            <p:ph type="dt" idx="3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0FBCF9-2936-4056-9408-59954380108C}" type="datetime1">
              <a:t>4/26/2024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72AC1E3-E104-4942-8AE8-198E477A85F9}"/>
              </a:ext>
            </a:extLst>
          </p:cNvPr>
          <p:cNvSpPr>
            <a:spLocks xmlns:a="http://schemas.openxmlformats.org/drawingml/2006/main" noGrp="1"/>
          </p:cNvSpPr>
          <p:nvPr>
            <p:ph type="ftr" idx="3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Copyright © 2022, Oracle and/or its affiliates  |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0968FA8-1974-461B-87A5-6D7032FA1C85}"/>
              </a:ext>
            </a:extLst>
          </p:cNvPr>
          <p:cNvSpPr>
            <a:spLocks xmlns:a="http://schemas.openxmlformats.org/drawingml/2006/main" noGrp="1"/>
          </p:cNvSpPr>
          <p:nvPr>
            <p:ph type="sldNum" idx="4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5D60D9-5372-5F40-9443-0F9AE5BDC3C8}" type="slidenum">
              <a:t>‹#›</a:t>
            </a:fld>
          </a:p>
        </p:txBody>
      </p:sp>
      <p:sp>
        <p:nvSpPr>
          <p:cNvPr id="3" name="Thank You">
            <a:extLst xmlns:a="http://schemas.openxmlformats.org/drawingml/2006/main">
              <a:ext uri="{FF2B5EF4-FFF2-40B4-BE49-F238E27FC236}">
                <a16:creationId xmlns:a16="http://schemas.microsoft.com/office/drawing/2014/main" id="{701BFB4F-AD1A-4B21-826E-A2F61F5D8AA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768875" y="3482230"/>
            <a:ext cx="5022325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lvl1pPr>
              <a:buNone/>
              <a:defRPr sz="3200" b="0"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marL="0" marR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stem Font Regular"/>
              <a:buNone/>
            </a:pPr>
            <a:r>
              <a:t>Thank you</a:t>
            </a:r>
          </a:p>
        </p:txBody>
      </p:sp>
      <p:sp>
        <p:nvSpPr>
          <p:cNvPr id="11" name="Text Field">
            <a:extLst xmlns:a="http://schemas.openxmlformats.org/drawingml/2006/main">
              <a:ext uri="{FF2B5EF4-FFF2-40B4-BE49-F238E27FC236}">
                <a16:creationId xmlns:a16="http://schemas.microsoft.com/office/drawing/2014/main" id="{F273E805-B8FF-F84B-99E6-4636F8BD3EBF}"/>
              </a:ext>
            </a:extLst>
          </p:cNvPr>
          <p:cNvSpPr>
            <a:spLocks xmlns:a="http://schemas.openxmlformats.org/drawingml/2006/main" noGrp="1"/>
          </p:cNvSpPr>
          <p:nvPr>
            <p:ph type="body" idx="37"/>
          </p:nvPr>
        </p:nvSpPr>
        <p:spPr>
          <a:xfrm xmlns:a="http://schemas.openxmlformats.org/drawingml/2006/main">
            <a:off x="762000" y="4773585"/>
            <a:ext cx="5029200" cy="266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b="1"/>
            </a:lvl1pPr>
          </a:lstStyle>
          <a:p xmlns:a="http://schemas.openxmlformats.org/drawingml/2006/main">
            <a:pPr lvl="0">
              <a:buNone/>
            </a:pPr>
            <a:r>
              <a:t>Edit Master text styles</a:t>
            </a:r>
          </a:p>
        </p:txBody>
      </p:sp>
      <p:sp>
        <p:nvSpPr>
          <p:cNvPr id="10" name="Text Field 2">
            <a:extLst xmlns:a="http://schemas.openxmlformats.org/drawingml/2006/main">
              <a:ext uri="{FF2B5EF4-FFF2-40B4-BE49-F238E27FC236}">
                <a16:creationId xmlns:a16="http://schemas.microsoft.com/office/drawing/2014/main" id="{283762D0-0D31-A347-AD9E-095398CD17C5}"/>
              </a:ext>
            </a:extLst>
          </p:cNvPr>
          <p:cNvSpPr>
            <a:spLocks xmlns:a="http://schemas.openxmlformats.org/drawingml/2006/main" noGrp="1"/>
          </p:cNvSpPr>
          <p:nvPr>
            <p:ph type="body" idx="36"/>
          </p:nvPr>
        </p:nvSpPr>
        <p:spPr>
          <a:xfrm xmlns:a="http://schemas.openxmlformats.org/drawingml/2006/main">
            <a:off x="762000" y="5111178"/>
            <a:ext cx="5029200" cy="89518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Edit Master text styles</a:t>
            </a:r>
          </a:p>
        </p:txBody>
      </p:sp>
      <p:sp>
        <p:nvSpPr>
          <p:cNvPr id="1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E3889800-62E2-CF4C-97E0-CE1310E361A3}"/>
              </a:ext>
            </a:extLst>
          </p:cNvPr>
          <p:cNvSpPr>
            <a:spLocks xmlns:a="http://schemas.openxmlformats.org/drawingml/2006/main" noGrp="1"/>
          </p:cNvSpPr>
          <p:nvPr>
            <p:ph type="pic" idx="20" hasCustomPrompt="1"/>
          </p:nvPr>
        </p:nvSpPr>
        <p:spPr>
          <a:xfrm xmlns:a="http://schemas.openxmlformats.org/drawingml/2006/main">
            <a:off x="6560075" y="0"/>
            <a:ext cx="5631925" cy="6858000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add image</a:t>
            </a:r>
          </a:p>
        </p:txBody>
      </p:sp>
    </p:spTree>
  </p:cSld>
</p:sldLayout>
</file>

<file path=ppt/slideLayouts/slideLayout26.xml><?xml version="1.0" encoding="utf-8"?>
<p:sldLayout xmlns:p="http://schemas.openxmlformats.org/presentationml/2006/main" showMasterSp="0" preserve="1">
  <p:cSld name="Light - Thank You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3cf0103fb4401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-34448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15" name="OTa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1fd41a2ea14bd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83112" y="6355080"/>
            <a:ext cx="502920" cy="502920"/>
          </a:xfrm>
          <a:prstGeom xmlns:a="http://schemas.openxmlformats.org/drawingml/2006/main" prst="rect">
            <a:avLst/>
          </a:prstGeom>
        </p:spPr>
      </p:pic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698BC18-3443-48B2-97E6-989B7098DC52}"/>
              </a:ext>
            </a:extLst>
          </p:cNvPr>
          <p:cNvSpPr>
            <a:spLocks xmlns:a="http://schemas.openxmlformats.org/drawingml/2006/main" noGrp="1"/>
          </p:cNvSpPr>
          <p:nvPr>
            <p:ph type="dt" idx="3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D6C986A-168F-4D76-86BB-5B349F7604D5}" type="datetime1">
              <a:t>4/26/2024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72AC1E3-E104-4942-8AE8-198E477A85F9}"/>
              </a:ext>
            </a:extLst>
          </p:cNvPr>
          <p:cNvSpPr>
            <a:spLocks xmlns:a="http://schemas.openxmlformats.org/drawingml/2006/main" noGrp="1"/>
          </p:cNvSpPr>
          <p:nvPr>
            <p:ph type="ftr" idx="3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Copyright © 2022, Oracle and/or its affiliates  |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0968FA8-1974-461B-87A5-6D7032FA1C85}"/>
              </a:ext>
            </a:extLst>
          </p:cNvPr>
          <p:cNvSpPr>
            <a:spLocks xmlns:a="http://schemas.openxmlformats.org/drawingml/2006/main" noGrp="1"/>
          </p:cNvSpPr>
          <p:nvPr>
            <p:ph type="sldNum" idx="4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5D60D9-5372-5F40-9443-0F9AE5BDC3C8}" type="slidenum">
              <a:t>‹#›</a:t>
            </a:fld>
          </a:p>
        </p:txBody>
      </p:sp>
      <p:sp>
        <p:nvSpPr>
          <p:cNvPr id="3" name="Thank You">
            <a:extLst xmlns:a="http://schemas.openxmlformats.org/drawingml/2006/main">
              <a:ext uri="{FF2B5EF4-FFF2-40B4-BE49-F238E27FC236}">
                <a16:creationId xmlns:a16="http://schemas.microsoft.com/office/drawing/2014/main" id="{701BFB4F-AD1A-4B21-826E-A2F61F5D8AA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768875" y="3482230"/>
            <a:ext cx="5022325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lvl1pPr>
              <a:buNone/>
              <a:defRPr sz="3200" b="0"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marL="0" marR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stem Font Regular"/>
              <a:buNone/>
            </a:pPr>
            <a:r>
              <a:t>Thank you</a:t>
            </a:r>
          </a:p>
        </p:txBody>
      </p:sp>
      <p:sp>
        <p:nvSpPr>
          <p:cNvPr id="11" name="Text Field">
            <a:extLst xmlns:a="http://schemas.openxmlformats.org/drawingml/2006/main">
              <a:ext uri="{FF2B5EF4-FFF2-40B4-BE49-F238E27FC236}">
                <a16:creationId xmlns:a16="http://schemas.microsoft.com/office/drawing/2014/main" id="{F273E805-B8FF-F84B-99E6-4636F8BD3EBF}"/>
              </a:ext>
            </a:extLst>
          </p:cNvPr>
          <p:cNvSpPr>
            <a:spLocks xmlns:a="http://schemas.openxmlformats.org/drawingml/2006/main" noGrp="1"/>
          </p:cNvSpPr>
          <p:nvPr>
            <p:ph type="body" idx="37"/>
          </p:nvPr>
        </p:nvSpPr>
        <p:spPr>
          <a:xfrm xmlns:a="http://schemas.openxmlformats.org/drawingml/2006/main">
            <a:off x="762000" y="4773585"/>
            <a:ext cx="5029200" cy="266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b="1"/>
            </a:lvl1pPr>
          </a:lstStyle>
          <a:p xmlns:a="http://schemas.openxmlformats.org/drawingml/2006/main">
            <a:pPr lvl="0">
              <a:buNone/>
            </a:pPr>
            <a:r>
              <a:t>Edit Master text styles</a:t>
            </a:r>
          </a:p>
        </p:txBody>
      </p:sp>
      <p:sp>
        <p:nvSpPr>
          <p:cNvPr id="10" name="Text Field 2">
            <a:extLst xmlns:a="http://schemas.openxmlformats.org/drawingml/2006/main">
              <a:ext uri="{FF2B5EF4-FFF2-40B4-BE49-F238E27FC236}">
                <a16:creationId xmlns:a16="http://schemas.microsoft.com/office/drawing/2014/main" id="{283762D0-0D31-A347-AD9E-095398CD17C5}"/>
              </a:ext>
            </a:extLst>
          </p:cNvPr>
          <p:cNvSpPr>
            <a:spLocks xmlns:a="http://schemas.openxmlformats.org/drawingml/2006/main" noGrp="1"/>
          </p:cNvSpPr>
          <p:nvPr>
            <p:ph type="body" idx="36"/>
          </p:nvPr>
        </p:nvSpPr>
        <p:spPr>
          <a:xfrm xmlns:a="http://schemas.openxmlformats.org/drawingml/2006/main">
            <a:off x="762000" y="5111178"/>
            <a:ext cx="5029200" cy="89518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Edit Master text styles</a:t>
            </a:r>
          </a:p>
        </p:txBody>
      </p:sp>
    </p:spTree>
  </p:cSld>
</p:sldLayout>
</file>

<file path=ppt/slideLayouts/slideLayout27.xml><?xml version="1.0" encoding="utf-8"?>
<p:sldLayout xmlns:p="http://schemas.openxmlformats.org/presentationml/2006/main" showMasterSp="0" preserve="1">
  <p:cSld name="Light - Closing Sli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Oracle 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30e2c5183b42cd">
            <a:extLst>
              <a:ext uri="{96DAC541-7B7A-43D3-8B79-37D633B846F1}">
                <asvg:svgBlip xmlns:asvg="http://schemas.microsoft.com/office/drawing/2016/SVG/main" r:embed="Re4ceb52f5e3846e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47854" y="2915192"/>
            <a:ext cx="4896293" cy="1027617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8.xml><?xml version="1.0" encoding="utf-8"?>
<p:sldLayout xmlns:p="http://schemas.openxmlformats.org/presentationml/2006/main" preserve="1">
  <p:cSld name="Mission Statement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Illustration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e6a2232b014045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926094"/>
          </a:xfrm>
          <a:prstGeom xmlns:a="http://schemas.openxmlformats.org/drawingml/2006/main" prst="rect">
            <a:avLst/>
          </a:prstGeom>
        </p:spPr>
      </p:pic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138CAED-6966-416F-96DE-48D3061CA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876" y="2989724"/>
            <a:ext cx="8852644" cy="8785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ct val="0"/>
              </a:spcBef>
              <a:buNone/>
              <a:defRPr sz="3000" b="0" i="0" baseline="0"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Our mission is to help people see data in new ways, discover insights, unlock endless possibilities.</a:t>
            </a:r>
          </a:p>
        </p:txBody>
      </p:sp>
    </p:spTree>
  </p:cSld>
</p:sldLayout>
</file>

<file path=ppt/slideLayouts/slideLayout29.xml><?xml version="1.0" encoding="utf-8"?>
<p:sldLayout xmlns:p="http://schemas.openxmlformats.org/presentationml/2006/main" showMasterSp="0">
  <p:cSld name="Brand Light - Titl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OTa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bd8286bae84e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83112" y="6355080"/>
            <a:ext cx="502920" cy="502920"/>
          </a:xfrm>
          <a:prstGeom xmlns:a="http://schemas.openxmlformats.org/drawingml/2006/main" prst="rect">
            <a:avLst/>
          </a:prstGeom>
        </p:spPr>
      </p:pic>
      <p:pic>
        <p:nvPicPr>
          <p:cNvPr id="30" name="Oracle 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bd8286bae84e92">
            <a:extLst>
              <a:ext uri="{96DAC541-7B7A-43D3-8B79-37D633B846F1}">
                <asvg:svgBlip xmlns:asvg="http://schemas.microsoft.com/office/drawing/2016/SVG/main" r:embed="R830271e0b4aa40e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4949" y="1132368"/>
            <a:ext cx="1524893" cy="320040"/>
          </a:xfrm>
          <a:prstGeom xmlns:a="http://schemas.openxmlformats.org/drawingml/2006/main" prst="rect">
            <a:avLst/>
          </a:prstGeom>
        </p:spPr>
      </p:pic>
      <p:sp>
        <p:nvSpPr>
          <p:cNvPr id="24" name="Title">
            <a:extLst xmlns:a="http://schemas.openxmlformats.org/drawingml/2006/main">
              <a:ext uri="{FF2B5EF4-FFF2-40B4-BE49-F238E27FC236}">
                <a16:creationId xmlns:a16="http://schemas.microsoft.com/office/drawing/2014/main" id="{461BB5F1-8825-7944-96EB-8445317513F5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018030" y="2148840"/>
            <a:ext cx="10158984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91440" anchor="b">
            <a:noAutofit/>
          </a:bodyPr>
          <a:lstStyle xmlns:a="http://schemas.openxmlformats.org/drawingml/2006/main">
            <a:lvl1pPr>
              <a:lnSpc>
                <a:spcPct val="95000"/>
              </a:lnSpc>
              <a:buNone/>
              <a:defRPr sz="4000" b="0"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00000"/>
              </a:lnSpc>
              <a:buNone/>
            </a:pPr>
            <a:r>
              <a:t>Brand (up to 2 lines)</a:t>
            </a:r>
            <a:br/>
            <a:r>
              <a:t>Georgia Regular 40pt</a:t>
            </a:r>
          </a:p>
        </p:txBody>
      </p:sp>
      <p:sp>
        <p:nvSpPr>
          <p:cNvPr id="25" name="Subhead">
            <a:extLst xmlns:a="http://schemas.openxmlformats.org/drawingml/2006/main">
              <a:ext uri="{FF2B5EF4-FFF2-40B4-BE49-F238E27FC236}">
                <a16:creationId xmlns:a16="http://schemas.microsoft.com/office/drawing/2014/main" id="{DE85AE1C-733D-7244-A6DA-C3ADBC76ED0C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1018030" y="3519553"/>
            <a:ext cx="10158984" cy="3412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marR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2400" b="0">
                <a:solidFill>
                  <a:srgbClr val="514C47"/>
                </a:solidFill>
              </a:defRPr>
            </a:lvl1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t>Subhead goes here on one line</a:t>
            </a:r>
          </a:p>
        </p:txBody>
      </p:sp>
      <p:sp>
        <p:nvSpPr>
          <p:cNvPr id="11" name="Text Field">
            <a:extLst xmlns:a="http://schemas.openxmlformats.org/drawingml/2006/main">
              <a:ext uri="{FF2B5EF4-FFF2-40B4-BE49-F238E27FC236}">
                <a16:creationId xmlns:a16="http://schemas.microsoft.com/office/drawing/2014/main" id="{5096A149-B6C9-A04E-A2B0-54CCFAA42526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1018030" y="4544568"/>
            <a:ext cx="5077970" cy="26629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b="1"/>
            </a:lvl1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10" name="Text Field 2">
            <a:extLst xmlns:a="http://schemas.openxmlformats.org/drawingml/2006/main">
              <a:ext uri="{FF2B5EF4-FFF2-40B4-BE49-F238E27FC236}">
                <a16:creationId xmlns:a16="http://schemas.microsoft.com/office/drawing/2014/main" id="{A57492F9-1AD2-9346-9BB6-C0CF36DEF5ED}"/>
              </a:ext>
            </a:extLst>
          </p:cNvPr>
          <p:cNvSpPr>
            <a:spLocks xmlns:a="http://schemas.openxmlformats.org/drawingml/2006/main" noGrp="1"/>
          </p:cNvSpPr>
          <p:nvPr>
            <p:ph type="body" idx="34" hasCustomPrompt="1"/>
          </p:nvPr>
        </p:nvSpPr>
        <p:spPr>
          <a:xfrm xmlns:a="http://schemas.openxmlformats.org/drawingml/2006/main">
            <a:off x="1018030" y="4882896"/>
            <a:ext cx="5077970" cy="8951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Presenter’s Title</a:t>
            </a:r>
          </a:p>
          <a:p xmlns:a="http://schemas.openxmlformats.org/drawingml/2006/main">
            <a:pPr lvl="0">
              <a:buNone/>
            </a:pPr>
            <a:r>
              <a:t>Organization, Division or Business Unit</a:t>
            </a:r>
          </a:p>
          <a:p xmlns:a="http://schemas.openxmlformats.org/drawingml/2006/main">
            <a:pPr lvl="0">
              <a:buNone/>
            </a:pPr>
            <a:r>
              <a:t>Month 00, 2019</a:t>
            </a:r>
          </a:p>
        </p:txBody>
      </p:sp>
      <p:pic>
        <p:nvPicPr>
          <p:cNvPr id="35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13fa64f4b04f08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92024" cy="6858000"/>
          </a:xfrm>
          <a:prstGeom xmlns:a="http://schemas.openxmlformats.org/drawingml/2006/main" prst="rect">
            <a:avLst/>
          </a:prstGeom>
        </p:spPr>
      </p:pic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089584B-D48B-42DB-A58B-544C997E63CE}"/>
              </a:ext>
            </a:extLst>
          </p:cNvPr>
          <p:cNvSpPr>
            <a:spLocks xmlns:a="http://schemas.openxmlformats.org/drawingml/2006/main" noGrp="1"/>
          </p:cNvSpPr>
          <p:nvPr>
            <p:ph type="dt" idx="3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7882C04-BD69-44ED-8337-6E34F787B2EF}" type="datetime1">
              <a:t>4/26/2024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D8522066-27D4-4B40-9794-1047C9932F4F}"/>
              </a:ext>
            </a:extLst>
          </p:cNvPr>
          <p:cNvSpPr>
            <a:spLocks xmlns:a="http://schemas.openxmlformats.org/drawingml/2006/main" noGrp="1"/>
          </p:cNvSpPr>
          <p:nvPr>
            <p:ph type="ftr" idx="3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Copyright © 2022, Oracle and/or its affiliates  |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5E5E672-3E33-44E2-B5BA-B88BAB86607B}"/>
              </a:ext>
            </a:extLst>
          </p:cNvPr>
          <p:cNvSpPr>
            <a:spLocks xmlns:a="http://schemas.openxmlformats.org/drawingml/2006/main" noGrp="1"/>
          </p:cNvSpPr>
          <p:nvPr>
            <p:ph type="sldNum" idx="3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5D60D9-5372-5F40-9443-0F9AE5BDC3C8}" type="slidenum">
              <a:t>‹#›</a:t>
            </a:fld>
          </a:p>
        </p:txBody>
      </p:sp>
    </p:spTree>
  </p:cSld>
</p:sldLayout>
</file>

<file path=ppt/slideLayouts/slideLayout30.xml><?xml version="1.0" encoding="utf-8"?>
<p:sldLayout xmlns:p="http://schemas.openxmlformats.org/presentationml/2006/main" showMasterSp="0">
  <p:cSld name="Finance / Operations  Light - Titl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OTa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e8b78fc05849f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83112" y="6355080"/>
            <a:ext cx="502920" cy="502920"/>
          </a:xfrm>
          <a:prstGeom xmlns:a="http://schemas.openxmlformats.org/drawingml/2006/main" prst="rect">
            <a:avLst/>
          </a:prstGeom>
        </p:spPr>
      </p:pic>
      <p:pic>
        <p:nvPicPr>
          <p:cNvPr id="30" name="Oracle 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e8b78fc05849fa">
            <a:extLst>
              <a:ext uri="{96DAC541-7B7A-43D3-8B79-37D633B846F1}">
                <asvg:svgBlip xmlns:asvg="http://schemas.microsoft.com/office/drawing/2016/SVG/main" r:embed="R03ffc30b59b34ae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4949" y="1132368"/>
            <a:ext cx="1524893" cy="320040"/>
          </a:xfrm>
          <a:prstGeom xmlns:a="http://schemas.openxmlformats.org/drawingml/2006/main" prst="rect">
            <a:avLst/>
          </a:prstGeom>
        </p:spPr>
      </p:pic>
      <p:sp>
        <p:nvSpPr>
          <p:cNvPr id="24" name="Title">
            <a:extLst xmlns:a="http://schemas.openxmlformats.org/drawingml/2006/main">
              <a:ext uri="{FF2B5EF4-FFF2-40B4-BE49-F238E27FC236}">
                <a16:creationId xmlns:a16="http://schemas.microsoft.com/office/drawing/2014/main" id="{461BB5F1-8825-7944-96EB-8445317513F5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018030" y="2148840"/>
            <a:ext cx="10158984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91440" anchor="b">
            <a:noAutofit/>
          </a:bodyPr>
          <a:lstStyle xmlns:a="http://schemas.openxmlformats.org/drawingml/2006/main">
            <a:lvl1pPr>
              <a:lnSpc>
                <a:spcPct val="95000"/>
              </a:lnSpc>
              <a:buNone/>
              <a:defRPr sz="4000" b="0"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00000"/>
              </a:lnSpc>
              <a:buNone/>
            </a:pPr>
            <a:r>
              <a:t>Finance / Operations (up to two lines) </a:t>
            </a:r>
            <a:br/>
            <a:r>
              <a:t>Georgia Regular 40pt</a:t>
            </a:r>
          </a:p>
        </p:txBody>
      </p:sp>
      <p:sp>
        <p:nvSpPr>
          <p:cNvPr id="25" name="Subhead">
            <a:extLst xmlns:a="http://schemas.openxmlformats.org/drawingml/2006/main">
              <a:ext uri="{FF2B5EF4-FFF2-40B4-BE49-F238E27FC236}">
                <a16:creationId xmlns:a16="http://schemas.microsoft.com/office/drawing/2014/main" id="{DE85AE1C-733D-7244-A6DA-C3ADBC76ED0C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1018030" y="3519553"/>
            <a:ext cx="10158984" cy="3412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marR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2400" b="0">
                <a:solidFill>
                  <a:srgbClr val="315357"/>
                </a:solidFill>
              </a:defRPr>
            </a:lvl1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t>Subhead goes here on one line</a:t>
            </a:r>
          </a:p>
        </p:txBody>
      </p:sp>
      <p:sp>
        <p:nvSpPr>
          <p:cNvPr id="11" name="Text Field">
            <a:extLst xmlns:a="http://schemas.openxmlformats.org/drawingml/2006/main">
              <a:ext uri="{FF2B5EF4-FFF2-40B4-BE49-F238E27FC236}">
                <a16:creationId xmlns:a16="http://schemas.microsoft.com/office/drawing/2014/main" id="{5096A149-B6C9-A04E-A2B0-54CCFAA42526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1018030" y="4544568"/>
            <a:ext cx="5077970" cy="26629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b="1"/>
            </a:lvl1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10" name="Text Field 2">
            <a:extLst xmlns:a="http://schemas.openxmlformats.org/drawingml/2006/main">
              <a:ext uri="{FF2B5EF4-FFF2-40B4-BE49-F238E27FC236}">
                <a16:creationId xmlns:a16="http://schemas.microsoft.com/office/drawing/2014/main" id="{A57492F9-1AD2-9346-9BB6-C0CF36DEF5ED}"/>
              </a:ext>
            </a:extLst>
          </p:cNvPr>
          <p:cNvSpPr>
            <a:spLocks xmlns:a="http://schemas.openxmlformats.org/drawingml/2006/main" noGrp="1"/>
          </p:cNvSpPr>
          <p:nvPr>
            <p:ph type="body" idx="34" hasCustomPrompt="1"/>
          </p:nvPr>
        </p:nvSpPr>
        <p:spPr>
          <a:xfrm xmlns:a="http://schemas.openxmlformats.org/drawingml/2006/main">
            <a:off x="1018030" y="4882896"/>
            <a:ext cx="5077970" cy="8951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Presenter’s Title</a:t>
            </a:r>
          </a:p>
          <a:p xmlns:a="http://schemas.openxmlformats.org/drawingml/2006/main">
            <a:pPr lvl="0">
              <a:buNone/>
            </a:pPr>
            <a:r>
              <a:t>Organization, Division or Business Unit</a:t>
            </a:r>
          </a:p>
          <a:p xmlns:a="http://schemas.openxmlformats.org/drawingml/2006/main">
            <a:pPr lvl="0">
              <a:buNone/>
            </a:pPr>
            <a:r>
              <a:t>Month 00, 2022</a:t>
            </a:r>
          </a:p>
        </p:txBody>
      </p:sp>
      <p:pic>
        <p:nvPicPr>
          <p:cNvPr id="35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d7ef79c21e4a44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92024" cy="685800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1.xml><?xml version="1.0" encoding="utf-8"?>
<p:sldLayout xmlns:p="http://schemas.openxmlformats.org/presentationml/2006/main" showMasterSp="0">
  <p:cSld name="Cloud Platform Light - Titl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OTa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75ccb8f8f04be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83112" y="6355080"/>
            <a:ext cx="502920" cy="502920"/>
          </a:xfrm>
          <a:prstGeom xmlns:a="http://schemas.openxmlformats.org/drawingml/2006/main" prst="rect">
            <a:avLst/>
          </a:prstGeom>
        </p:spPr>
      </p:pic>
      <p:pic>
        <p:nvPicPr>
          <p:cNvPr id="30" name="Oracle 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75ccb8f8f04be2">
            <a:extLst>
              <a:ext uri="{96DAC541-7B7A-43D3-8B79-37D633B846F1}">
                <asvg:svgBlip xmlns:asvg="http://schemas.microsoft.com/office/drawing/2016/SVG/main" r:embed="R406eacab61eb43a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4949" y="1132368"/>
            <a:ext cx="1524893" cy="320040"/>
          </a:xfrm>
          <a:prstGeom xmlns:a="http://schemas.openxmlformats.org/drawingml/2006/main" prst="rect">
            <a:avLst/>
          </a:prstGeom>
        </p:spPr>
      </p:pic>
      <p:sp>
        <p:nvSpPr>
          <p:cNvPr id="24" name="Title">
            <a:extLst xmlns:a="http://schemas.openxmlformats.org/drawingml/2006/main">
              <a:ext uri="{FF2B5EF4-FFF2-40B4-BE49-F238E27FC236}">
                <a16:creationId xmlns:a16="http://schemas.microsoft.com/office/drawing/2014/main" id="{461BB5F1-8825-7944-96EB-8445317513F5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018030" y="2148840"/>
            <a:ext cx="10158984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91440" anchor="b">
            <a:noAutofit/>
          </a:bodyPr>
          <a:lstStyle xmlns:a="http://schemas.openxmlformats.org/drawingml/2006/main">
            <a:lvl1pPr>
              <a:lnSpc>
                <a:spcPct val="95000"/>
              </a:lnSpc>
              <a:buNone/>
              <a:defRPr sz="4000" b="0"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00000"/>
              </a:lnSpc>
              <a:buNone/>
            </a:pPr>
            <a:r>
              <a:t>Cloud Platform (up to two lines)</a:t>
            </a:r>
            <a:br/>
            <a:r>
              <a:t>Georgia Regular 40pt</a:t>
            </a:r>
          </a:p>
        </p:txBody>
      </p:sp>
      <p:sp>
        <p:nvSpPr>
          <p:cNvPr id="25" name="Subhead">
            <a:extLst xmlns:a="http://schemas.openxmlformats.org/drawingml/2006/main">
              <a:ext uri="{FF2B5EF4-FFF2-40B4-BE49-F238E27FC236}">
                <a16:creationId xmlns:a16="http://schemas.microsoft.com/office/drawing/2014/main" id="{DE85AE1C-733D-7244-A6DA-C3ADBC76ED0C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1018030" y="3519553"/>
            <a:ext cx="10158984" cy="3412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marR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2400" b="0">
                <a:solidFill>
                  <a:srgbClr val="33553C"/>
                </a:solidFill>
              </a:defRPr>
            </a:lvl1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t>Subhead goes here on one line</a:t>
            </a:r>
          </a:p>
        </p:txBody>
      </p:sp>
      <p:sp>
        <p:nvSpPr>
          <p:cNvPr id="11" name="Text Field">
            <a:extLst xmlns:a="http://schemas.openxmlformats.org/drawingml/2006/main">
              <a:ext uri="{FF2B5EF4-FFF2-40B4-BE49-F238E27FC236}">
                <a16:creationId xmlns:a16="http://schemas.microsoft.com/office/drawing/2014/main" id="{5096A149-B6C9-A04E-A2B0-54CCFAA42526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1018030" y="4544568"/>
            <a:ext cx="5077970" cy="26629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b="1"/>
            </a:lvl1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10" name="Text Field 2">
            <a:extLst xmlns:a="http://schemas.openxmlformats.org/drawingml/2006/main">
              <a:ext uri="{FF2B5EF4-FFF2-40B4-BE49-F238E27FC236}">
                <a16:creationId xmlns:a16="http://schemas.microsoft.com/office/drawing/2014/main" id="{A57492F9-1AD2-9346-9BB6-C0CF36DEF5ED}"/>
              </a:ext>
            </a:extLst>
          </p:cNvPr>
          <p:cNvSpPr>
            <a:spLocks xmlns:a="http://schemas.openxmlformats.org/drawingml/2006/main" noGrp="1"/>
          </p:cNvSpPr>
          <p:nvPr>
            <p:ph type="body" idx="34" hasCustomPrompt="1"/>
          </p:nvPr>
        </p:nvSpPr>
        <p:spPr>
          <a:xfrm xmlns:a="http://schemas.openxmlformats.org/drawingml/2006/main">
            <a:off x="1018030" y="4882896"/>
            <a:ext cx="5077970" cy="8951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Presenter’s Title</a:t>
            </a:r>
          </a:p>
          <a:p xmlns:a="http://schemas.openxmlformats.org/drawingml/2006/main">
            <a:pPr lvl="0">
              <a:buNone/>
            </a:pPr>
            <a:r>
              <a:t>Organization, Division or Business Unit</a:t>
            </a:r>
          </a:p>
          <a:p xmlns:a="http://schemas.openxmlformats.org/drawingml/2006/main">
            <a:pPr lvl="0">
              <a:buNone/>
            </a:pPr>
            <a:r>
              <a:t>Month 00, 2022</a:t>
            </a:r>
          </a:p>
        </p:txBody>
      </p:sp>
      <p:pic>
        <p:nvPicPr>
          <p:cNvPr id="35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3fa301f21446d4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92024" cy="685800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2.xml><?xml version="1.0" encoding="utf-8"?>
<p:sldLayout xmlns:p="http://schemas.openxmlformats.org/presentationml/2006/main" showMasterSp="0">
  <p:cSld name="HCM/HR Light - Titl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eca51e5f7e469a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92024" cy="6858000"/>
          </a:xfrm>
          <a:prstGeom xmlns:a="http://schemas.openxmlformats.org/drawingml/2006/main" prst="rect">
            <a:avLst/>
          </a:prstGeom>
        </p:spPr>
      </p:pic>
      <p:pic>
        <p:nvPicPr>
          <p:cNvPr id="30" name="OTa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3961fa7eb54af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83112" y="6355080"/>
            <a:ext cx="502920" cy="502920"/>
          </a:xfrm>
          <a:prstGeom xmlns:a="http://schemas.openxmlformats.org/drawingml/2006/main" prst="rect">
            <a:avLst/>
          </a:prstGeom>
        </p:spPr>
      </p:pic>
      <p:pic>
        <p:nvPicPr>
          <p:cNvPr id="31" name="Oracle 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3961fa7eb54afd">
            <a:extLst>
              <a:ext uri="{96DAC541-7B7A-43D3-8B79-37D633B846F1}">
                <asvg:svgBlip xmlns:asvg="http://schemas.microsoft.com/office/drawing/2016/SVG/main" r:embed="R899afed6fa664aa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4949" y="1132368"/>
            <a:ext cx="1524893" cy="320040"/>
          </a:xfrm>
          <a:prstGeom xmlns:a="http://schemas.openxmlformats.org/drawingml/2006/main" prst="rect">
            <a:avLst/>
          </a:prstGeom>
        </p:spPr>
      </p:pic>
      <p:sp>
        <p:nvSpPr>
          <p:cNvPr id="24" name="Title">
            <a:extLst xmlns:a="http://schemas.openxmlformats.org/drawingml/2006/main">
              <a:ext uri="{FF2B5EF4-FFF2-40B4-BE49-F238E27FC236}">
                <a16:creationId xmlns:a16="http://schemas.microsoft.com/office/drawing/2014/main" id="{461BB5F1-8825-7944-96EB-8445317513F5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018030" y="2148840"/>
            <a:ext cx="10158984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91440" anchor="b">
            <a:noAutofit/>
          </a:bodyPr>
          <a:lstStyle xmlns:a="http://schemas.openxmlformats.org/drawingml/2006/main">
            <a:lvl1pPr>
              <a:buNone/>
              <a:defRPr sz="4000" b="0"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00000"/>
              </a:lnSpc>
              <a:buNone/>
            </a:pPr>
            <a:r>
              <a:t>HCM/HR (up to two lines) </a:t>
            </a:r>
            <a:br/>
            <a:r>
              <a:t>Georgia Regular 40pt</a:t>
            </a:r>
          </a:p>
        </p:txBody>
      </p:sp>
      <p:sp>
        <p:nvSpPr>
          <p:cNvPr id="25" name="Subhead">
            <a:extLst xmlns:a="http://schemas.openxmlformats.org/drawingml/2006/main">
              <a:ext uri="{FF2B5EF4-FFF2-40B4-BE49-F238E27FC236}">
                <a16:creationId xmlns:a16="http://schemas.microsoft.com/office/drawing/2014/main" id="{DE85AE1C-733D-7244-A6DA-C3ADBC76ED0C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1018030" y="3519553"/>
            <a:ext cx="10158984" cy="3412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marR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2400" b="0">
                <a:solidFill>
                  <a:srgbClr val="6C3F49"/>
                </a:solidFill>
              </a:defRPr>
            </a:lvl1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t>Subhead goes here on one line</a:t>
            </a:r>
          </a:p>
        </p:txBody>
      </p:sp>
      <p:sp>
        <p:nvSpPr>
          <p:cNvPr id="11" name="Text Field">
            <a:extLst xmlns:a="http://schemas.openxmlformats.org/drawingml/2006/main">
              <a:ext uri="{FF2B5EF4-FFF2-40B4-BE49-F238E27FC236}">
                <a16:creationId xmlns:a16="http://schemas.microsoft.com/office/drawing/2014/main" id="{5096A149-B6C9-A04E-A2B0-54CCFAA42526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1018030" y="4544568"/>
            <a:ext cx="5077970" cy="26629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b="1"/>
            </a:lvl1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10" name="Text Field 2">
            <a:extLst xmlns:a="http://schemas.openxmlformats.org/drawingml/2006/main">
              <a:ext uri="{FF2B5EF4-FFF2-40B4-BE49-F238E27FC236}">
                <a16:creationId xmlns:a16="http://schemas.microsoft.com/office/drawing/2014/main" id="{A57492F9-1AD2-9346-9BB6-C0CF36DEF5ED}"/>
              </a:ext>
            </a:extLst>
          </p:cNvPr>
          <p:cNvSpPr>
            <a:spLocks xmlns:a="http://schemas.openxmlformats.org/drawingml/2006/main" noGrp="1"/>
          </p:cNvSpPr>
          <p:nvPr>
            <p:ph type="body" idx="34" hasCustomPrompt="1"/>
          </p:nvPr>
        </p:nvSpPr>
        <p:spPr>
          <a:xfrm xmlns:a="http://schemas.openxmlformats.org/drawingml/2006/main">
            <a:off x="1018030" y="4882896"/>
            <a:ext cx="5077970" cy="8951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Presenter’s Title</a:t>
            </a:r>
          </a:p>
          <a:p xmlns:a="http://schemas.openxmlformats.org/drawingml/2006/main">
            <a:pPr lvl="0">
              <a:buNone/>
            </a:pPr>
            <a:r>
              <a:t>Organization, Division or Business Unit</a:t>
            </a:r>
          </a:p>
          <a:p xmlns:a="http://schemas.openxmlformats.org/drawingml/2006/main">
            <a:pPr lvl="0">
              <a:buNone/>
            </a:pPr>
            <a:r>
              <a:t>Month 00, 2022</a:t>
            </a:r>
          </a:p>
        </p:txBody>
      </p:sp>
    </p:spTree>
  </p:cSld>
</p:sldLayout>
</file>

<file path=ppt/slideLayouts/slideLayout33.xml><?xml version="1.0" encoding="utf-8"?>
<p:sldLayout xmlns:p="http://schemas.openxmlformats.org/presentationml/2006/main" showMasterSp="0">
  <p:cSld name="Database Light - Titl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OTa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cc5e2e29f744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83112" y="6355080"/>
            <a:ext cx="502920" cy="502920"/>
          </a:xfrm>
          <a:prstGeom xmlns:a="http://schemas.openxmlformats.org/drawingml/2006/main" prst="rect">
            <a:avLst/>
          </a:prstGeom>
        </p:spPr>
      </p:pic>
      <p:pic>
        <p:nvPicPr>
          <p:cNvPr id="30" name="Oracle 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cc5e2e29f74407">
            <a:extLst>
              <a:ext uri="{96DAC541-7B7A-43D3-8B79-37D633B846F1}">
                <asvg:svgBlip xmlns:asvg="http://schemas.microsoft.com/office/drawing/2016/SVG/main" r:embed="R60ac5370b07e467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4949" y="1132368"/>
            <a:ext cx="1524893" cy="320040"/>
          </a:xfrm>
          <a:prstGeom xmlns:a="http://schemas.openxmlformats.org/drawingml/2006/main" prst="rect">
            <a:avLst/>
          </a:prstGeom>
        </p:spPr>
      </p:pic>
      <p:sp>
        <p:nvSpPr>
          <p:cNvPr id="24" name="Title">
            <a:extLst xmlns:a="http://schemas.openxmlformats.org/drawingml/2006/main">
              <a:ext uri="{FF2B5EF4-FFF2-40B4-BE49-F238E27FC236}">
                <a16:creationId xmlns:a16="http://schemas.microsoft.com/office/drawing/2014/main" id="{461BB5F1-8825-7944-96EB-8445317513F5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018030" y="2148840"/>
            <a:ext cx="10158984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91440" anchor="b">
            <a:noAutofit/>
          </a:bodyPr>
          <a:lstStyle xmlns:a="http://schemas.openxmlformats.org/drawingml/2006/main">
            <a:lvl1pPr>
              <a:buNone/>
              <a:defRPr sz="4000" b="0"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00000"/>
              </a:lnSpc>
              <a:buNone/>
            </a:pPr>
            <a:r>
              <a:t>Database (up to two lines) </a:t>
            </a:r>
            <a:br/>
            <a:r>
              <a:t>Georgia Regular 40pt</a:t>
            </a:r>
          </a:p>
        </p:txBody>
      </p:sp>
      <p:sp>
        <p:nvSpPr>
          <p:cNvPr id="25" name="Subhead">
            <a:extLst xmlns:a="http://schemas.openxmlformats.org/drawingml/2006/main">
              <a:ext uri="{FF2B5EF4-FFF2-40B4-BE49-F238E27FC236}">
                <a16:creationId xmlns:a16="http://schemas.microsoft.com/office/drawing/2014/main" id="{DE85AE1C-733D-7244-A6DA-C3ADBC76ED0C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1018030" y="3519553"/>
            <a:ext cx="10158984" cy="3412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marR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2400" b="0">
                <a:solidFill>
                  <a:srgbClr val="464F4F"/>
                </a:solidFill>
              </a:defRPr>
            </a:lvl1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t>Subhead goes here on one line</a:t>
            </a:r>
          </a:p>
        </p:txBody>
      </p:sp>
      <p:sp>
        <p:nvSpPr>
          <p:cNvPr id="11" name="Text Field">
            <a:extLst xmlns:a="http://schemas.openxmlformats.org/drawingml/2006/main">
              <a:ext uri="{FF2B5EF4-FFF2-40B4-BE49-F238E27FC236}">
                <a16:creationId xmlns:a16="http://schemas.microsoft.com/office/drawing/2014/main" id="{5096A149-B6C9-A04E-A2B0-54CCFAA42526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1018030" y="4544568"/>
            <a:ext cx="5077970" cy="26629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b="1"/>
            </a:lvl1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10" name="Text Field 2">
            <a:extLst xmlns:a="http://schemas.openxmlformats.org/drawingml/2006/main">
              <a:ext uri="{FF2B5EF4-FFF2-40B4-BE49-F238E27FC236}">
                <a16:creationId xmlns:a16="http://schemas.microsoft.com/office/drawing/2014/main" id="{A57492F9-1AD2-9346-9BB6-C0CF36DEF5ED}"/>
              </a:ext>
            </a:extLst>
          </p:cNvPr>
          <p:cNvSpPr>
            <a:spLocks xmlns:a="http://schemas.openxmlformats.org/drawingml/2006/main" noGrp="1"/>
          </p:cNvSpPr>
          <p:nvPr>
            <p:ph type="body" idx="34" hasCustomPrompt="1"/>
          </p:nvPr>
        </p:nvSpPr>
        <p:spPr>
          <a:xfrm xmlns:a="http://schemas.openxmlformats.org/drawingml/2006/main">
            <a:off x="1018030" y="4882896"/>
            <a:ext cx="5077970" cy="8951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Presenter’s Title</a:t>
            </a:r>
          </a:p>
          <a:p xmlns:a="http://schemas.openxmlformats.org/drawingml/2006/main">
            <a:pPr lvl="0">
              <a:buNone/>
            </a:pPr>
            <a:r>
              <a:t>Organization, Division or Business Unit</a:t>
            </a:r>
          </a:p>
          <a:p xmlns:a="http://schemas.openxmlformats.org/drawingml/2006/main">
            <a:pPr lvl="0">
              <a:buNone/>
            </a:pPr>
            <a:r>
              <a:t>Month 00, 2022</a:t>
            </a:r>
          </a:p>
        </p:txBody>
      </p:sp>
      <p:pic>
        <p:nvPicPr>
          <p:cNvPr id="35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96d0e1d3a449d6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92024" cy="685800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4.xml><?xml version="1.0" encoding="utf-8"?>
<p:sldLayout xmlns:p="http://schemas.openxmlformats.org/presentationml/2006/main" showMasterSp="0">
  <p:cSld name="CX/Marketing Light - Titl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OTa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9850703dca44b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83112" y="6355080"/>
            <a:ext cx="502920" cy="502920"/>
          </a:xfrm>
          <a:prstGeom xmlns:a="http://schemas.openxmlformats.org/drawingml/2006/main" prst="rect">
            <a:avLst/>
          </a:prstGeom>
        </p:spPr>
      </p:pic>
      <p:pic>
        <p:nvPicPr>
          <p:cNvPr id="30" name="Oracle 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9850703dca44bc">
            <a:extLst>
              <a:ext uri="{96DAC541-7B7A-43D3-8B79-37D633B846F1}">
                <asvg:svgBlip xmlns:asvg="http://schemas.microsoft.com/office/drawing/2016/SVG/main" r:embed="R0a48d63b6bb1443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4949" y="1132368"/>
            <a:ext cx="1524893" cy="320040"/>
          </a:xfrm>
          <a:prstGeom xmlns:a="http://schemas.openxmlformats.org/drawingml/2006/main" prst="rect">
            <a:avLst/>
          </a:prstGeom>
        </p:spPr>
      </p:pic>
      <p:sp>
        <p:nvSpPr>
          <p:cNvPr id="24" name="Title">
            <a:extLst xmlns:a="http://schemas.openxmlformats.org/drawingml/2006/main">
              <a:ext uri="{FF2B5EF4-FFF2-40B4-BE49-F238E27FC236}">
                <a16:creationId xmlns:a16="http://schemas.microsoft.com/office/drawing/2014/main" id="{461BB5F1-8825-7944-96EB-8445317513F5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018030" y="2148840"/>
            <a:ext cx="10158984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91440" anchor="b">
            <a:noAutofit/>
          </a:bodyPr>
          <a:lstStyle xmlns:a="http://schemas.openxmlformats.org/drawingml/2006/main">
            <a:lvl1pPr>
              <a:buNone/>
              <a:defRPr sz="4000" b="0"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00000"/>
              </a:lnSpc>
              <a:buNone/>
            </a:pPr>
            <a:r>
              <a:t>Advertising and CX (up to two lines)</a:t>
            </a:r>
            <a:br/>
            <a:r>
              <a:t>Georgia Regular 40pt</a:t>
            </a:r>
          </a:p>
        </p:txBody>
      </p:sp>
      <p:sp>
        <p:nvSpPr>
          <p:cNvPr id="25" name="Subhead">
            <a:extLst xmlns:a="http://schemas.openxmlformats.org/drawingml/2006/main">
              <a:ext uri="{FF2B5EF4-FFF2-40B4-BE49-F238E27FC236}">
                <a16:creationId xmlns:a16="http://schemas.microsoft.com/office/drawing/2014/main" id="{DE85AE1C-733D-7244-A6DA-C3ADBC76ED0C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1018030" y="3519553"/>
            <a:ext cx="10158984" cy="3412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marR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2400" b="0">
                <a:solidFill>
                  <a:srgbClr val="594564"/>
                </a:solidFill>
              </a:defRPr>
            </a:lvl1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t>Subhead goes here on one line</a:t>
            </a:r>
          </a:p>
        </p:txBody>
      </p:sp>
      <p:sp>
        <p:nvSpPr>
          <p:cNvPr id="11" name="Text Field">
            <a:extLst xmlns:a="http://schemas.openxmlformats.org/drawingml/2006/main">
              <a:ext uri="{FF2B5EF4-FFF2-40B4-BE49-F238E27FC236}">
                <a16:creationId xmlns:a16="http://schemas.microsoft.com/office/drawing/2014/main" id="{5096A149-B6C9-A04E-A2B0-54CCFAA42526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1018030" y="4544568"/>
            <a:ext cx="5077970" cy="26629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b="1"/>
            </a:lvl1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10" name="Text Field 2">
            <a:extLst xmlns:a="http://schemas.openxmlformats.org/drawingml/2006/main">
              <a:ext uri="{FF2B5EF4-FFF2-40B4-BE49-F238E27FC236}">
                <a16:creationId xmlns:a16="http://schemas.microsoft.com/office/drawing/2014/main" id="{A57492F9-1AD2-9346-9BB6-C0CF36DEF5ED}"/>
              </a:ext>
            </a:extLst>
          </p:cNvPr>
          <p:cNvSpPr>
            <a:spLocks xmlns:a="http://schemas.openxmlformats.org/drawingml/2006/main" noGrp="1"/>
          </p:cNvSpPr>
          <p:nvPr>
            <p:ph type="body" idx="34" hasCustomPrompt="1"/>
          </p:nvPr>
        </p:nvSpPr>
        <p:spPr>
          <a:xfrm xmlns:a="http://schemas.openxmlformats.org/drawingml/2006/main">
            <a:off x="1018030" y="4882896"/>
            <a:ext cx="5077970" cy="8951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Presenter’s Title</a:t>
            </a:r>
          </a:p>
          <a:p xmlns:a="http://schemas.openxmlformats.org/drawingml/2006/main">
            <a:pPr lvl="0">
              <a:buNone/>
            </a:pPr>
            <a:r>
              <a:t>Organization, Division or Business Unit</a:t>
            </a:r>
          </a:p>
          <a:p xmlns:a="http://schemas.openxmlformats.org/drawingml/2006/main">
            <a:pPr lvl="0">
              <a:buNone/>
            </a:pPr>
            <a:r>
              <a:t>Month 00, 2022</a:t>
            </a:r>
          </a:p>
        </p:txBody>
      </p:sp>
      <p:pic>
        <p:nvPicPr>
          <p:cNvPr id="35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63f3fb619c490b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92024" cy="685800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5.xml><?xml version="1.0" encoding="utf-8"?>
<p:sldLayout xmlns:p="http://schemas.openxmlformats.org/presentationml/2006/main" showMasterSp="0">
  <p:cSld name="Developer Light - Titl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OTa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411e02231e4bd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83112" y="6355080"/>
            <a:ext cx="502920" cy="502920"/>
          </a:xfrm>
          <a:prstGeom xmlns:a="http://schemas.openxmlformats.org/drawingml/2006/main" prst="rect">
            <a:avLst/>
          </a:prstGeom>
        </p:spPr>
      </p:pic>
      <p:pic>
        <p:nvPicPr>
          <p:cNvPr id="30" name="Oracle 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411e02231e4bd8">
            <a:extLst>
              <a:ext uri="{96DAC541-7B7A-43D3-8B79-37D633B846F1}">
                <asvg:svgBlip xmlns:asvg="http://schemas.microsoft.com/office/drawing/2016/SVG/main" r:embed="Re7f1aa9ac79b417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4949" y="1132368"/>
            <a:ext cx="1524893" cy="320040"/>
          </a:xfrm>
          <a:prstGeom xmlns:a="http://schemas.openxmlformats.org/drawingml/2006/main" prst="rect">
            <a:avLst/>
          </a:prstGeom>
        </p:spPr>
      </p:pic>
      <p:sp>
        <p:nvSpPr>
          <p:cNvPr id="24" name="Title">
            <a:extLst xmlns:a="http://schemas.openxmlformats.org/drawingml/2006/main">
              <a:ext uri="{FF2B5EF4-FFF2-40B4-BE49-F238E27FC236}">
                <a16:creationId xmlns:a16="http://schemas.microsoft.com/office/drawing/2014/main" id="{461BB5F1-8825-7944-96EB-8445317513F5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018030" y="2148840"/>
            <a:ext cx="10158984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91440" anchor="b">
            <a:noAutofit/>
          </a:bodyPr>
          <a:lstStyle xmlns:a="http://schemas.openxmlformats.org/drawingml/2006/main">
            <a:lvl1pPr>
              <a:buNone/>
              <a:defRPr sz="4000" b="0"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00000"/>
              </a:lnSpc>
              <a:buNone/>
            </a:pPr>
            <a:r>
              <a:t>Developer (up to two lines) </a:t>
            </a:r>
            <a:br/>
            <a:r>
              <a:t>Georgia Regular 40pt</a:t>
            </a:r>
          </a:p>
        </p:txBody>
      </p:sp>
      <p:sp>
        <p:nvSpPr>
          <p:cNvPr id="25" name="Subhead">
            <a:extLst xmlns:a="http://schemas.openxmlformats.org/drawingml/2006/main">
              <a:ext uri="{FF2B5EF4-FFF2-40B4-BE49-F238E27FC236}">
                <a16:creationId xmlns:a16="http://schemas.microsoft.com/office/drawing/2014/main" id="{DE85AE1C-733D-7244-A6DA-C3ADBC76ED0C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1018030" y="3519553"/>
            <a:ext cx="10158984" cy="3412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marR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2400" b="0">
                <a:solidFill>
                  <a:srgbClr val="494D53"/>
                </a:solidFill>
              </a:defRPr>
            </a:lvl1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t>Subhead goes here on one line</a:t>
            </a:r>
          </a:p>
        </p:txBody>
      </p:sp>
      <p:sp>
        <p:nvSpPr>
          <p:cNvPr id="11" name="Text Field">
            <a:extLst xmlns:a="http://schemas.openxmlformats.org/drawingml/2006/main">
              <a:ext uri="{FF2B5EF4-FFF2-40B4-BE49-F238E27FC236}">
                <a16:creationId xmlns:a16="http://schemas.microsoft.com/office/drawing/2014/main" id="{5096A149-B6C9-A04E-A2B0-54CCFAA42526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1018030" y="4544568"/>
            <a:ext cx="5077970" cy="26629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b="1"/>
            </a:lvl1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10" name="Text Field 2">
            <a:extLst xmlns:a="http://schemas.openxmlformats.org/drawingml/2006/main">
              <a:ext uri="{FF2B5EF4-FFF2-40B4-BE49-F238E27FC236}">
                <a16:creationId xmlns:a16="http://schemas.microsoft.com/office/drawing/2014/main" id="{A57492F9-1AD2-9346-9BB6-C0CF36DEF5ED}"/>
              </a:ext>
            </a:extLst>
          </p:cNvPr>
          <p:cNvSpPr>
            <a:spLocks xmlns:a="http://schemas.openxmlformats.org/drawingml/2006/main" noGrp="1"/>
          </p:cNvSpPr>
          <p:nvPr>
            <p:ph type="body" idx="34" hasCustomPrompt="1"/>
          </p:nvPr>
        </p:nvSpPr>
        <p:spPr>
          <a:xfrm xmlns:a="http://schemas.openxmlformats.org/drawingml/2006/main">
            <a:off x="1018030" y="4882896"/>
            <a:ext cx="5077970" cy="8951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Presenter’s Title</a:t>
            </a:r>
          </a:p>
          <a:p xmlns:a="http://schemas.openxmlformats.org/drawingml/2006/main">
            <a:pPr lvl="0">
              <a:buNone/>
            </a:pPr>
            <a:r>
              <a:t>Organization, Division or Business Unit</a:t>
            </a:r>
          </a:p>
          <a:p xmlns:a="http://schemas.openxmlformats.org/drawingml/2006/main">
            <a:pPr lvl="0">
              <a:buNone/>
            </a:pPr>
            <a:r>
              <a:t>Month 00, 2022</a:t>
            </a:r>
          </a:p>
        </p:txBody>
      </p:sp>
      <p:pic>
        <p:nvPicPr>
          <p:cNvPr id="35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98f7b9b716453a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92024" cy="685800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6.xml><?xml version="1.0" encoding="utf-8"?>
<p:sldLayout xmlns:p="http://schemas.openxmlformats.org/presentationml/2006/main" showMasterSp="0">
  <p:cSld name="SCM Light - Titl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OTa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b0f755078f42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83112" y="6355080"/>
            <a:ext cx="502920" cy="502920"/>
          </a:xfrm>
          <a:prstGeom xmlns:a="http://schemas.openxmlformats.org/drawingml/2006/main" prst="rect">
            <a:avLst/>
          </a:prstGeom>
        </p:spPr>
      </p:pic>
      <p:pic>
        <p:nvPicPr>
          <p:cNvPr id="30" name="Oracle 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b0f755078f4229">
            <a:extLst>
              <a:ext uri="{96DAC541-7B7A-43D3-8B79-37D633B846F1}">
                <asvg:svgBlip xmlns:asvg="http://schemas.microsoft.com/office/drawing/2016/SVG/main" r:embed="R663cb7b8395c4bb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4949" y="1132368"/>
            <a:ext cx="1524893" cy="320040"/>
          </a:xfrm>
          <a:prstGeom xmlns:a="http://schemas.openxmlformats.org/drawingml/2006/main" prst="rect">
            <a:avLst/>
          </a:prstGeom>
        </p:spPr>
      </p:pic>
      <p:sp>
        <p:nvSpPr>
          <p:cNvPr id="24" name="Title">
            <a:extLst xmlns:a="http://schemas.openxmlformats.org/drawingml/2006/main">
              <a:ext uri="{FF2B5EF4-FFF2-40B4-BE49-F238E27FC236}">
                <a16:creationId xmlns:a16="http://schemas.microsoft.com/office/drawing/2014/main" id="{461BB5F1-8825-7944-96EB-8445317513F5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018030" y="2148840"/>
            <a:ext cx="10158984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91440" anchor="b">
            <a:noAutofit/>
          </a:bodyPr>
          <a:lstStyle xmlns:a="http://schemas.openxmlformats.org/drawingml/2006/main">
            <a:lvl1pPr>
              <a:buNone/>
              <a:defRPr sz="4000" b="0"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00000"/>
              </a:lnSpc>
              <a:buNone/>
            </a:pPr>
            <a:r>
              <a:t>SCM (up to two lines) </a:t>
            </a:r>
            <a:br/>
            <a:r>
              <a:t>Georgia Regular 40pt</a:t>
            </a:r>
          </a:p>
        </p:txBody>
      </p:sp>
      <p:sp>
        <p:nvSpPr>
          <p:cNvPr id="25" name="Subhead">
            <a:extLst xmlns:a="http://schemas.openxmlformats.org/drawingml/2006/main">
              <a:ext uri="{FF2B5EF4-FFF2-40B4-BE49-F238E27FC236}">
                <a16:creationId xmlns:a16="http://schemas.microsoft.com/office/drawing/2014/main" id="{DE85AE1C-733D-7244-A6DA-C3ADBC76ED0C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1018030" y="3519553"/>
            <a:ext cx="10158984" cy="3412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marR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2400" b="0">
                <a:solidFill>
                  <a:srgbClr val="713F25"/>
                </a:solidFill>
              </a:defRPr>
            </a:lvl1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t>Subhead goes here on one line</a:t>
            </a:r>
          </a:p>
        </p:txBody>
      </p:sp>
      <p:sp>
        <p:nvSpPr>
          <p:cNvPr id="11" name="Text Field">
            <a:extLst xmlns:a="http://schemas.openxmlformats.org/drawingml/2006/main">
              <a:ext uri="{FF2B5EF4-FFF2-40B4-BE49-F238E27FC236}">
                <a16:creationId xmlns:a16="http://schemas.microsoft.com/office/drawing/2014/main" id="{5096A149-B6C9-A04E-A2B0-54CCFAA42526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1018030" y="4544568"/>
            <a:ext cx="5077970" cy="26629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b="1"/>
            </a:lvl1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10" name="Text Field 2">
            <a:extLst xmlns:a="http://schemas.openxmlformats.org/drawingml/2006/main">
              <a:ext uri="{FF2B5EF4-FFF2-40B4-BE49-F238E27FC236}">
                <a16:creationId xmlns:a16="http://schemas.microsoft.com/office/drawing/2014/main" id="{A57492F9-1AD2-9346-9BB6-C0CF36DEF5ED}"/>
              </a:ext>
            </a:extLst>
          </p:cNvPr>
          <p:cNvSpPr>
            <a:spLocks xmlns:a="http://schemas.openxmlformats.org/drawingml/2006/main" noGrp="1"/>
          </p:cNvSpPr>
          <p:nvPr>
            <p:ph type="body" idx="34" hasCustomPrompt="1"/>
          </p:nvPr>
        </p:nvSpPr>
        <p:spPr>
          <a:xfrm xmlns:a="http://schemas.openxmlformats.org/drawingml/2006/main">
            <a:off x="1018030" y="4882896"/>
            <a:ext cx="5077970" cy="8951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Presenter’s Title</a:t>
            </a:r>
          </a:p>
          <a:p xmlns:a="http://schemas.openxmlformats.org/drawingml/2006/main">
            <a:pPr lvl="0">
              <a:buNone/>
            </a:pPr>
            <a:r>
              <a:t>Organization, Division or Business Unit</a:t>
            </a:r>
          </a:p>
          <a:p xmlns:a="http://schemas.openxmlformats.org/drawingml/2006/main">
            <a:pPr lvl="0">
              <a:buNone/>
            </a:pPr>
            <a:r>
              <a:t>Month 00, 2022</a:t>
            </a:r>
          </a:p>
        </p:txBody>
      </p:sp>
      <p:pic>
        <p:nvPicPr>
          <p:cNvPr id="35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4acd9a37754906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92024" cy="685800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7.xml><?xml version="1.0" encoding="utf-8"?>
<p:sldLayout xmlns:p="http://schemas.openxmlformats.org/presentationml/2006/main" showMasterSp="0">
  <p:cSld name="GBU Light - Titl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OTa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214d32841a46d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83112" y="6355080"/>
            <a:ext cx="502920" cy="502920"/>
          </a:xfrm>
          <a:prstGeom xmlns:a="http://schemas.openxmlformats.org/drawingml/2006/main" prst="rect">
            <a:avLst/>
          </a:prstGeom>
        </p:spPr>
      </p:pic>
      <p:pic>
        <p:nvPicPr>
          <p:cNvPr id="30" name="Oracle 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214d32841a46d8">
            <a:extLst>
              <a:ext uri="{96DAC541-7B7A-43D3-8B79-37D633B846F1}">
                <asvg:svgBlip xmlns:asvg="http://schemas.microsoft.com/office/drawing/2016/SVG/main" r:embed="R1d7d73eadc1b4e9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4949" y="1132368"/>
            <a:ext cx="1524893" cy="320040"/>
          </a:xfrm>
          <a:prstGeom xmlns:a="http://schemas.openxmlformats.org/drawingml/2006/main" prst="rect">
            <a:avLst/>
          </a:prstGeom>
        </p:spPr>
      </p:pic>
      <p:sp>
        <p:nvSpPr>
          <p:cNvPr id="24" name="Title">
            <a:extLst xmlns:a="http://schemas.openxmlformats.org/drawingml/2006/main">
              <a:ext uri="{FF2B5EF4-FFF2-40B4-BE49-F238E27FC236}">
                <a16:creationId xmlns:a16="http://schemas.microsoft.com/office/drawing/2014/main" id="{461BB5F1-8825-7944-96EB-8445317513F5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018030" y="2148840"/>
            <a:ext cx="10158984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91440" anchor="b">
            <a:noAutofit/>
          </a:bodyPr>
          <a:lstStyle xmlns:a="http://schemas.openxmlformats.org/drawingml/2006/main">
            <a:lvl1pPr>
              <a:buNone/>
              <a:defRPr sz="4000" b="0"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00000"/>
              </a:lnSpc>
              <a:buNone/>
            </a:pPr>
            <a:r>
              <a:t>GBU (up to two lines) </a:t>
            </a:r>
            <a:br/>
            <a:r>
              <a:t>Georgia Regular 40pt</a:t>
            </a:r>
          </a:p>
        </p:txBody>
      </p:sp>
      <p:sp>
        <p:nvSpPr>
          <p:cNvPr id="25" name="Subhead">
            <a:extLst xmlns:a="http://schemas.openxmlformats.org/drawingml/2006/main">
              <a:ext uri="{FF2B5EF4-FFF2-40B4-BE49-F238E27FC236}">
                <a16:creationId xmlns:a16="http://schemas.microsoft.com/office/drawing/2014/main" id="{DE85AE1C-733D-7244-A6DA-C3ADBC76ED0C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1018030" y="3519553"/>
            <a:ext cx="10158984" cy="3412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marR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2400" b="0">
                <a:solidFill>
                  <a:srgbClr val="464C68"/>
                </a:solidFill>
              </a:defRPr>
            </a:lvl1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t>Subhead goes here on one line</a:t>
            </a:r>
          </a:p>
        </p:txBody>
      </p:sp>
      <p:sp>
        <p:nvSpPr>
          <p:cNvPr id="11" name="Text Field">
            <a:extLst xmlns:a="http://schemas.openxmlformats.org/drawingml/2006/main">
              <a:ext uri="{FF2B5EF4-FFF2-40B4-BE49-F238E27FC236}">
                <a16:creationId xmlns:a16="http://schemas.microsoft.com/office/drawing/2014/main" id="{5096A149-B6C9-A04E-A2B0-54CCFAA42526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1018030" y="4544568"/>
            <a:ext cx="5077970" cy="26629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b="1"/>
            </a:lvl1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10" name="Text Field 2">
            <a:extLst xmlns:a="http://schemas.openxmlformats.org/drawingml/2006/main">
              <a:ext uri="{FF2B5EF4-FFF2-40B4-BE49-F238E27FC236}">
                <a16:creationId xmlns:a16="http://schemas.microsoft.com/office/drawing/2014/main" id="{A57492F9-1AD2-9346-9BB6-C0CF36DEF5ED}"/>
              </a:ext>
            </a:extLst>
          </p:cNvPr>
          <p:cNvSpPr>
            <a:spLocks xmlns:a="http://schemas.openxmlformats.org/drawingml/2006/main" noGrp="1"/>
          </p:cNvSpPr>
          <p:nvPr>
            <p:ph type="body" idx="34" hasCustomPrompt="1"/>
          </p:nvPr>
        </p:nvSpPr>
        <p:spPr>
          <a:xfrm xmlns:a="http://schemas.openxmlformats.org/drawingml/2006/main">
            <a:off x="1018030" y="4882896"/>
            <a:ext cx="5077970" cy="8951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Presenter’s Title</a:t>
            </a:r>
          </a:p>
          <a:p xmlns:a="http://schemas.openxmlformats.org/drawingml/2006/main">
            <a:pPr lvl="0">
              <a:buNone/>
            </a:pPr>
            <a:r>
              <a:t>Organization, Division or Business Unit</a:t>
            </a:r>
          </a:p>
          <a:p xmlns:a="http://schemas.openxmlformats.org/drawingml/2006/main">
            <a:pPr lvl="0">
              <a:buNone/>
            </a:pPr>
            <a:r>
              <a:t>Month 00, 2022</a:t>
            </a:r>
          </a:p>
        </p:txBody>
      </p:sp>
      <p:pic>
        <p:nvPicPr>
          <p:cNvPr id="35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0c16cb899b430c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92024" cy="685800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8.xml><?xml version="1.0" encoding="utf-8"?>
<p:sldLayout xmlns:p="http://schemas.openxmlformats.org/presentationml/2006/main" showMasterSp="0">
  <p:cSld name="Netsuite Light - Titl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OTa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08a52d4d0b4ca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83112" y="6355080"/>
            <a:ext cx="502920" cy="502920"/>
          </a:xfrm>
          <a:prstGeom xmlns:a="http://schemas.openxmlformats.org/drawingml/2006/main" prst="rect">
            <a:avLst/>
          </a:prstGeom>
        </p:spPr>
      </p:pic>
      <p:pic>
        <p:nvPicPr>
          <p:cNvPr id="30" name="Oracle 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08a52d4d0b4cae">
            <a:extLst>
              <a:ext uri="{96DAC541-7B7A-43D3-8B79-37D633B846F1}">
                <asvg:svgBlip xmlns:asvg="http://schemas.microsoft.com/office/drawing/2016/SVG/main" r:embed="Rb123cb5442d54d0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4949" y="1132368"/>
            <a:ext cx="1524893" cy="320040"/>
          </a:xfrm>
          <a:prstGeom xmlns:a="http://schemas.openxmlformats.org/drawingml/2006/main" prst="rect">
            <a:avLst/>
          </a:prstGeom>
        </p:spPr>
      </p:pic>
      <p:sp>
        <p:nvSpPr>
          <p:cNvPr id="24" name="Title">
            <a:extLst xmlns:a="http://schemas.openxmlformats.org/drawingml/2006/main">
              <a:ext uri="{FF2B5EF4-FFF2-40B4-BE49-F238E27FC236}">
                <a16:creationId xmlns:a16="http://schemas.microsoft.com/office/drawing/2014/main" id="{461BB5F1-8825-7944-96EB-8445317513F5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018030" y="2148840"/>
            <a:ext cx="10158984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91440" anchor="b">
            <a:noAutofit/>
          </a:bodyPr>
          <a:lstStyle xmlns:a="http://schemas.openxmlformats.org/drawingml/2006/main">
            <a:lvl1pPr>
              <a:buNone/>
              <a:defRPr sz="4000" b="0"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00000"/>
              </a:lnSpc>
              <a:buNone/>
            </a:pPr>
            <a:r>
              <a:t>NetSuite (up to two lines) </a:t>
            </a:r>
            <a:br/>
            <a:r>
              <a:t>Georgia Regular 40pt</a:t>
            </a:r>
          </a:p>
        </p:txBody>
      </p:sp>
      <p:sp>
        <p:nvSpPr>
          <p:cNvPr id="25" name="Subhead">
            <a:extLst xmlns:a="http://schemas.openxmlformats.org/drawingml/2006/main">
              <a:ext uri="{FF2B5EF4-FFF2-40B4-BE49-F238E27FC236}">
                <a16:creationId xmlns:a16="http://schemas.microsoft.com/office/drawing/2014/main" id="{DE85AE1C-733D-7244-A6DA-C3ADBC76ED0C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1018030" y="3519553"/>
            <a:ext cx="10158984" cy="3412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marR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2400" b="0" baseline="0">
                <a:solidFill>
                  <a:srgbClr val="2C5266"/>
                </a:solidFill>
              </a:defRPr>
            </a:lvl1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t>Subhead goes here on one line</a:t>
            </a:r>
          </a:p>
        </p:txBody>
      </p:sp>
      <p:sp>
        <p:nvSpPr>
          <p:cNvPr id="11" name="Text Field">
            <a:extLst xmlns:a="http://schemas.openxmlformats.org/drawingml/2006/main">
              <a:ext uri="{FF2B5EF4-FFF2-40B4-BE49-F238E27FC236}">
                <a16:creationId xmlns:a16="http://schemas.microsoft.com/office/drawing/2014/main" id="{5096A149-B6C9-A04E-A2B0-54CCFAA42526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1018030" y="4544568"/>
            <a:ext cx="5077970" cy="26629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b="1"/>
            </a:lvl1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10" name="Text Field 2">
            <a:extLst xmlns:a="http://schemas.openxmlformats.org/drawingml/2006/main">
              <a:ext uri="{FF2B5EF4-FFF2-40B4-BE49-F238E27FC236}">
                <a16:creationId xmlns:a16="http://schemas.microsoft.com/office/drawing/2014/main" id="{A57492F9-1AD2-9346-9BB6-C0CF36DEF5ED}"/>
              </a:ext>
            </a:extLst>
          </p:cNvPr>
          <p:cNvSpPr>
            <a:spLocks xmlns:a="http://schemas.openxmlformats.org/drawingml/2006/main" noGrp="1"/>
          </p:cNvSpPr>
          <p:nvPr>
            <p:ph type="body" idx="34" hasCustomPrompt="1"/>
          </p:nvPr>
        </p:nvSpPr>
        <p:spPr>
          <a:xfrm xmlns:a="http://schemas.openxmlformats.org/drawingml/2006/main">
            <a:off x="1018030" y="4882896"/>
            <a:ext cx="5077970" cy="8951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Presenter’s Title</a:t>
            </a:r>
          </a:p>
          <a:p xmlns:a="http://schemas.openxmlformats.org/drawingml/2006/main">
            <a:pPr lvl="0">
              <a:buNone/>
            </a:pPr>
            <a:r>
              <a:t>Organization, Division or Business Unit</a:t>
            </a:r>
          </a:p>
          <a:p xmlns:a="http://schemas.openxmlformats.org/drawingml/2006/main">
            <a:pPr lvl="0">
              <a:buNone/>
            </a:pPr>
            <a:r>
              <a:t>Month 00, 2022</a:t>
            </a:r>
          </a:p>
        </p:txBody>
      </p:sp>
      <p:pic>
        <p:nvPicPr>
          <p:cNvPr id="35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bbf04195e54144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92024" cy="685800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9.xml><?xml version="1.0" encoding="utf-8"?>
<p:sldLayout xmlns:p="http://schemas.openxmlformats.org/presentationml/2006/main" showMasterSp="0" preserve="1">
  <p:cSld name="Light - Divid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5ae2f7c94e41d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13" name="OTa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81fd636e274bc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83112" y="6355080"/>
            <a:ext cx="502920" cy="502920"/>
          </a:xfrm>
          <a:prstGeom xmlns:a="http://schemas.openxmlformats.org/drawingml/2006/main" prst="rect">
            <a:avLst/>
          </a:prstGeom>
        </p:spPr>
      </p:pic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F89127AD-303E-4148-925B-F8D854942DC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35E5522-276A-4151-B19E-B34F52E25495}" type="datetime1">
              <a:t>4/26/2024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077CD67-74FC-43EC-912B-8B74B34E5B8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Copyright © 2022, Oracle and/or its affiliates  |</a:t>
            </a:r>
          </a:p>
        </p:txBody>
      </p:sp>
      <p:sp>
        <p:nvSpPr>
          <p:cNvPr id="8" name="Slide Number Placeholder 7">
            <a:extLst xmlns:a="http://schemas.openxmlformats.org/drawingml/2006/main">
              <a:ext uri="{FF2B5EF4-FFF2-40B4-BE49-F238E27FC236}">
                <a16:creationId xmlns:a16="http://schemas.microsoft.com/office/drawing/2014/main" id="{AC119101-EC6A-4B95-9940-BAB31432AD0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5D60D9-5372-5F40-9443-0F9AE5BDC3C8}" type="slidenum">
              <a:t>‹#›</a:t>
            </a:fld>
          </a:p>
        </p:txBody>
      </p:sp>
      <p:sp>
        <p:nvSpPr>
          <p:cNvPr id="6" name="Title 5">
            <a:extLst xmlns:a="http://schemas.openxmlformats.org/drawingml/2006/main">
              <a:ext uri="{FF2B5EF4-FFF2-40B4-BE49-F238E27FC236}">
                <a16:creationId xmlns:a16="http://schemas.microsoft.com/office/drawing/2014/main" id="{F6BEA035-D7A5-4B84-9F05-5163378E9E5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768871" y="2337132"/>
            <a:ext cx="10158984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b">
            <a:noAutofit/>
          </a:bodyPr>
          <a:lstStyle xmlns:a="http://schemas.openxmlformats.org/drawingml/2006/main">
            <a:lvl1pPr>
              <a:lnSpc>
                <a:spcPct val="95000"/>
              </a:lnSpc>
              <a:buNone/>
              <a:defRPr sz="4000" b="0"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00000"/>
              </a:lnSpc>
              <a:buNone/>
            </a:pPr>
            <a:r>
              <a:t>Click to add divider title (up to 2 lines)</a:t>
            </a:r>
          </a:p>
        </p:txBody>
      </p:sp>
      <p:sp>
        <p:nvSpPr>
          <p:cNvPr id="9" name="Subhead">
            <a:extLst xmlns:a="http://schemas.openxmlformats.org/drawingml/2006/main">
              <a:ext uri="{FF2B5EF4-FFF2-40B4-BE49-F238E27FC236}">
                <a16:creationId xmlns:a16="http://schemas.microsoft.com/office/drawing/2014/main" id="{7CDB1F3E-E2D2-44FE-A725-E3ED1480C83B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776689" y="4135193"/>
            <a:ext cx="10158984" cy="68125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marR="0" indent="0" algn="l" defTabSz="91440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defRPr sz="1800" b="0">
                <a:solidFill>
                  <a:schemeClr val="accent5"/>
                </a:solidFill>
              </a:defRPr>
            </a:lvl1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t>Subhead goes here</a:t>
            </a:r>
          </a:p>
        </p:txBody>
      </p:sp>
    </p:spTree>
  </p:cSld>
</p:sldLayout>
</file>

<file path=ppt/slideLayouts/slideLayout40.xml><?xml version="1.0" encoding="utf-8"?>
<p:sldLayout xmlns:p="http://schemas.openxmlformats.org/presentationml/2006/main" userDrawn="1">
  <p:cSld name="1_ICONS Title-Only_WHITE Bkg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D0973E9-B0B2-4E37-8B75-E75847E9CF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31950" y="249382"/>
            <a:ext cx="11465378" cy="6279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rIns="0" anchor="b"/>
          <a:lstStyle xmlns:a="http://schemas.openxmlformats.org/drawingml/2006/main">
            <a:lvl1pPr>
              <a:buNone/>
              <a:defRPr sz="2800" b="1" i="0">
                <a:latin typeface="Oracle Sans"/>
                <a:ea typeface="Oracle Sans"/>
                <a:cs typeface="Oracle Sans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286E105-B9E8-4343-BE42-1AC736BD754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936978" y="6514978"/>
            <a:ext cx="6627228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45720" rIns="0" bIns="45720" anchor="ctr"/>
          <a:lstStyle xmlns:a="http://schemas.openxmlformats.org/drawingml/2006/main">
            <a:lvl1pPr algn="l">
              <a:buNone/>
              <a:defRPr sz="650" b="0" i="0">
                <a:solidFill>
                  <a:schemeClr val="bg2">
                    <a:lumMod val="75000"/>
                  </a:schemeClr>
                </a:solidFill>
                <a:latin typeface="Oracle Sans"/>
                <a:ea typeface="Oracle Sans"/>
                <a:cs typeface="Oracle Sans"/>
              </a:defRPr>
            </a:lvl1pPr>
          </a:lstStyle>
          <a:p xmlns:a="http://schemas.openxmlformats.org/drawingml/2006/main">
            <a:r>
              <a:rPr sz="800"/>
              <a:t>Copyright © 2022 Oracle and/or its affiliates.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CDC1190C-FD65-C742-8E7C-407D18B91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289" y="6507624"/>
            <a:ext cx="40568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00" kern="1200">
                <a:solidFill>
                  <a:schemeClr val="tx1">
                    <a:tint val="75000"/>
                  </a:schemeClr>
                </a:solidFill>
                <a:latin typeface="Oracle Sans"/>
                <a:ea typeface="Oracle Sans"/>
                <a:cs typeface="Oracle Sans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fld id="{D440507A-669E-A943-A4A7-E531D638091A}" type="slidenum">
              <a:rPr sz="800">
                <a:solidFill>
                  <a:schemeClr val="bg2">
                    <a:lumMod val="75000"/>
                  </a:schemeClr>
                </a:solidFill>
              </a:rPr>
              <a:t>‹#›</a:t>
            </a:fld>
          </a:p>
        </p:txBody>
      </p:sp>
    </p:spTree>
  </p:cSld>
</p:sldLayout>
</file>

<file path=ppt/slideLayouts/slideLayout41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60A60EB2-529A-455E-BB84-8D2BBC0987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BD26E73-DB8C-4CA4-A1AE-6A0221173C11}" type="datetimeFigureOut">
              <a:t>4/26/2024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E9169ED-CF1C-40EB-B02B-4C674A06D69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4FC0F7A4-0D3D-46A2-A2D1-19235187982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0BE56C2-DEC3-475D-8616-6D3208302146}" type="slidenum">
              <a:t>‹#›</a:t>
            </a:fld>
          </a:p>
        </p:txBody>
      </p:sp>
      <p:sp>
        <p:nvSpPr>
          <p:cNvPr id="5" name="Title 1">
            <a:extLst xmlns:a="http://schemas.openxmlformats.org/drawingml/2006/main">
              <a:ext uri="{FF2B5EF4-FFF2-40B4-BE49-F238E27FC236}">
                <a16:creationId xmlns:a16="http://schemas.microsoft.com/office/drawing/2014/main" id="{22103F64-37F9-43D5-9C5A-B29439CB0DFE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768875" y="182403"/>
            <a:ext cx="10671048" cy="82296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Title (icons with text)</a:t>
            </a:r>
          </a:p>
        </p:txBody>
      </p:sp>
      <p:sp>
        <p:nvSpPr>
          <p:cNvPr id="6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F7BF46C7-9BCD-4CD6-86E3-B0C18E87084D}"/>
              </a:ext>
            </a:extLst>
          </p:cNvPr>
          <p:cNvSpPr>
            <a:spLocks xmlns:a="http://schemas.openxmlformats.org/drawingml/2006/main" noGrp="1"/>
          </p:cNvSpPr>
          <p:nvPr>
            <p:ph type="pic" idx="52"/>
          </p:nvPr>
        </p:nvSpPr>
        <p:spPr>
          <a:xfrm xmlns:a="http://schemas.openxmlformats.org/drawingml/2006/main">
            <a:off x="1050535" y="1844625"/>
            <a:ext cx="929789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7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424D4EBE-E806-4A01-9255-F8A5A3CBEA28}"/>
              </a:ext>
            </a:extLst>
          </p:cNvPr>
          <p:cNvSpPr>
            <a:spLocks xmlns:a="http://schemas.openxmlformats.org/drawingml/2006/main" noGrp="1"/>
          </p:cNvSpPr>
          <p:nvPr>
            <p:ph type="pic" idx="53"/>
          </p:nvPr>
        </p:nvSpPr>
        <p:spPr>
          <a:xfrm xmlns:a="http://schemas.openxmlformats.org/drawingml/2006/main">
            <a:off x="4178897" y="1844625"/>
            <a:ext cx="929788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8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7BBC89A9-3A2A-4A30-98FB-252870B24A9E}"/>
              </a:ext>
            </a:extLst>
          </p:cNvPr>
          <p:cNvSpPr>
            <a:spLocks xmlns:a="http://schemas.openxmlformats.org/drawingml/2006/main" noGrp="1"/>
          </p:cNvSpPr>
          <p:nvPr>
            <p:ph type="pic" idx="54"/>
          </p:nvPr>
        </p:nvSpPr>
        <p:spPr>
          <a:xfrm xmlns:a="http://schemas.openxmlformats.org/drawingml/2006/main">
            <a:off x="2614716" y="1844625"/>
            <a:ext cx="929789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9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691845B8-3F5B-4703-889A-7C53E5927D47}"/>
              </a:ext>
            </a:extLst>
          </p:cNvPr>
          <p:cNvSpPr>
            <a:spLocks xmlns:a="http://schemas.openxmlformats.org/drawingml/2006/main" noGrp="1"/>
          </p:cNvSpPr>
          <p:nvPr>
            <p:ph type="body" idx="55"/>
          </p:nvPr>
        </p:nvSpPr>
        <p:spPr>
          <a:xfrm xmlns:a="http://schemas.openxmlformats.org/drawingml/2006/main">
            <a:off x="2329802" y="2797629"/>
            <a:ext cx="1499616" cy="166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indent="0" algn="ctr">
              <a:spcBef>
                <a:spcPts val="300"/>
              </a:spcBef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171450" marR="0" lvl="0" indent="-17145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None/>
            </a:pPr>
            <a:r>
              <a:t>Click to edit Master text styles</a:t>
            </a:r>
          </a:p>
        </p:txBody>
      </p:sp>
      <p:sp>
        <p:nvSpPr>
          <p:cNvPr id="10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0DF91EC2-D4AB-42FD-AADB-D77FD6FD7D0B}"/>
              </a:ext>
            </a:extLst>
          </p:cNvPr>
          <p:cNvSpPr>
            <a:spLocks xmlns:a="http://schemas.openxmlformats.org/drawingml/2006/main" noGrp="1"/>
          </p:cNvSpPr>
          <p:nvPr>
            <p:ph type="pic" idx="56"/>
          </p:nvPr>
        </p:nvSpPr>
        <p:spPr>
          <a:xfrm xmlns:a="http://schemas.openxmlformats.org/drawingml/2006/main">
            <a:off x="5743077" y="1844625"/>
            <a:ext cx="929788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11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5DEB6885-F527-4BB6-865B-91BE35ECF884}"/>
              </a:ext>
            </a:extLst>
          </p:cNvPr>
          <p:cNvSpPr>
            <a:spLocks xmlns:a="http://schemas.openxmlformats.org/drawingml/2006/main" noGrp="1"/>
          </p:cNvSpPr>
          <p:nvPr>
            <p:ph type="pic" idx="57"/>
          </p:nvPr>
        </p:nvSpPr>
        <p:spPr>
          <a:xfrm xmlns:a="http://schemas.openxmlformats.org/drawingml/2006/main">
            <a:off x="7307257" y="1844625"/>
            <a:ext cx="929788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12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990AE28A-2F4B-4758-93DB-7DD93B46EDC7}"/>
              </a:ext>
            </a:extLst>
          </p:cNvPr>
          <p:cNvSpPr>
            <a:spLocks xmlns:a="http://schemas.openxmlformats.org/drawingml/2006/main" noGrp="1"/>
          </p:cNvSpPr>
          <p:nvPr>
            <p:ph type="body" idx="58"/>
          </p:nvPr>
        </p:nvSpPr>
        <p:spPr>
          <a:xfrm xmlns:a="http://schemas.openxmlformats.org/drawingml/2006/main">
            <a:off x="765621" y="2797629"/>
            <a:ext cx="1499616" cy="166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marR="0" indent="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  <a:defRPr sz="800">
                <a:solidFill>
                  <a:schemeClr val="tx1"/>
                </a:solidFill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0" marR="0" lvl="0" indent="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</a:pPr>
            <a:r>
              <a:t>Click to edit Master text styles</a:t>
            </a:r>
          </a:p>
        </p:txBody>
      </p:sp>
      <p:sp>
        <p:nvSpPr>
          <p:cNvPr id="13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3637F4BC-0875-4760-AFC9-0D8432CF5AF0}"/>
              </a:ext>
            </a:extLst>
          </p:cNvPr>
          <p:cNvSpPr>
            <a:spLocks xmlns:a="http://schemas.openxmlformats.org/drawingml/2006/main" noGrp="1"/>
          </p:cNvSpPr>
          <p:nvPr>
            <p:ph type="body" idx="59"/>
          </p:nvPr>
        </p:nvSpPr>
        <p:spPr>
          <a:xfrm xmlns:a="http://schemas.openxmlformats.org/drawingml/2006/main">
            <a:off x="3893983" y="2797629"/>
            <a:ext cx="1499616" cy="166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indent="0" algn="ctr">
              <a:spcBef>
                <a:spcPts val="300"/>
              </a:spcBef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171450" marR="0" lvl="0" indent="-17145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None/>
            </a:pPr>
            <a:r>
              <a:t>Click to edit Master text styles</a:t>
            </a:r>
          </a:p>
        </p:txBody>
      </p:sp>
      <p:sp>
        <p:nvSpPr>
          <p:cNvPr id="14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EDF63DA8-6FD7-47B2-97B8-EFCB7227388E}"/>
              </a:ext>
            </a:extLst>
          </p:cNvPr>
          <p:cNvSpPr>
            <a:spLocks xmlns:a="http://schemas.openxmlformats.org/drawingml/2006/main" noGrp="1"/>
          </p:cNvSpPr>
          <p:nvPr>
            <p:ph type="body" idx="60"/>
          </p:nvPr>
        </p:nvSpPr>
        <p:spPr>
          <a:xfrm xmlns:a="http://schemas.openxmlformats.org/drawingml/2006/main">
            <a:off x="5458164" y="2797629"/>
            <a:ext cx="1499616" cy="166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indent="0" algn="ctr">
              <a:spcBef>
                <a:spcPts val="300"/>
              </a:spcBef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171450" marR="0" lvl="0" indent="-17145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None/>
            </a:pPr>
            <a:r>
              <a:t>Click to edit Master text styles</a:t>
            </a:r>
          </a:p>
        </p:txBody>
      </p:sp>
      <p:sp>
        <p:nvSpPr>
          <p:cNvPr id="15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6B5C3AA9-05E3-4CA7-971B-07F4683DFC4F}"/>
              </a:ext>
            </a:extLst>
          </p:cNvPr>
          <p:cNvSpPr>
            <a:spLocks xmlns:a="http://schemas.openxmlformats.org/drawingml/2006/main" noGrp="1"/>
          </p:cNvSpPr>
          <p:nvPr>
            <p:ph type="body" idx="61"/>
          </p:nvPr>
        </p:nvSpPr>
        <p:spPr>
          <a:xfrm xmlns:a="http://schemas.openxmlformats.org/drawingml/2006/main">
            <a:off x="8586526" y="2797630"/>
            <a:ext cx="1499616" cy="1669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indent="0" algn="ctr">
              <a:spcBef>
                <a:spcPts val="300"/>
              </a:spcBef>
              <a:buFont typeface="Arial"/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0" marR="0" lvl="0" indent="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</a:pPr>
            <a:r>
              <a:t>Click to edit Master text styles</a:t>
            </a:r>
          </a:p>
        </p:txBody>
      </p:sp>
      <p:sp>
        <p:nvSpPr>
          <p:cNvPr id="16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7A48FD6A-3AA2-46BE-AEAD-18DCCD765E7A}"/>
              </a:ext>
            </a:extLst>
          </p:cNvPr>
          <p:cNvSpPr>
            <a:spLocks xmlns:a="http://schemas.openxmlformats.org/drawingml/2006/main" noGrp="1"/>
          </p:cNvSpPr>
          <p:nvPr>
            <p:ph type="body" idx="82"/>
          </p:nvPr>
        </p:nvSpPr>
        <p:spPr>
          <a:xfrm xmlns:a="http://schemas.openxmlformats.org/drawingml/2006/main">
            <a:off x="7022345" y="2797630"/>
            <a:ext cx="1499616" cy="1669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indent="0" algn="ctr">
              <a:spcBef>
                <a:spcPts val="300"/>
              </a:spcBef>
              <a:buFont typeface="Arial"/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0" marR="0" lvl="0" indent="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</a:pPr>
            <a:r>
              <a:t>Click to edit Master text styles</a:t>
            </a:r>
          </a:p>
        </p:txBody>
      </p:sp>
      <p:sp>
        <p:nvSpPr>
          <p:cNvPr id="17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42E2FB9C-E286-4FD1-AC57-71201F9F69E5}"/>
              </a:ext>
            </a:extLst>
          </p:cNvPr>
          <p:cNvSpPr>
            <a:spLocks xmlns:a="http://schemas.openxmlformats.org/drawingml/2006/main" noGrp="1"/>
          </p:cNvSpPr>
          <p:nvPr>
            <p:ph type="body" idx="83"/>
          </p:nvPr>
        </p:nvSpPr>
        <p:spPr>
          <a:xfrm xmlns:a="http://schemas.openxmlformats.org/drawingml/2006/main">
            <a:off x="10150706" y="2797630"/>
            <a:ext cx="1499616" cy="1669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indent="0" algn="ctr">
              <a:spcBef>
                <a:spcPts val="300"/>
              </a:spcBef>
              <a:buFont typeface="Arial"/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0" marR="0" lvl="0" indent="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</a:pPr>
            <a:r>
              <a:t>Click to edit Master text styles</a:t>
            </a:r>
          </a:p>
        </p:txBody>
      </p:sp>
      <p:sp>
        <p:nvSpPr>
          <p:cNvPr id="18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93B67B4D-D110-4A91-9FCB-8B8446193755}"/>
              </a:ext>
            </a:extLst>
          </p:cNvPr>
          <p:cNvSpPr>
            <a:spLocks xmlns:a="http://schemas.openxmlformats.org/drawingml/2006/main" noGrp="1"/>
          </p:cNvSpPr>
          <p:nvPr>
            <p:ph type="pic" idx="85"/>
          </p:nvPr>
        </p:nvSpPr>
        <p:spPr>
          <a:xfrm xmlns:a="http://schemas.openxmlformats.org/drawingml/2006/main">
            <a:off x="8871437" y="1844625"/>
            <a:ext cx="929788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19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CAD9E5F1-3BFA-4F42-BCAB-455223D4827A}"/>
              </a:ext>
            </a:extLst>
          </p:cNvPr>
          <p:cNvSpPr>
            <a:spLocks xmlns:a="http://schemas.openxmlformats.org/drawingml/2006/main" noGrp="1"/>
          </p:cNvSpPr>
          <p:nvPr>
            <p:ph type="pic" idx="87"/>
          </p:nvPr>
        </p:nvSpPr>
        <p:spPr>
          <a:xfrm xmlns:a="http://schemas.openxmlformats.org/drawingml/2006/main">
            <a:off x="10435620" y="1844625"/>
            <a:ext cx="929788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20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099D264E-1A2A-49D3-913C-AB554FC4E8C3}"/>
              </a:ext>
            </a:extLst>
          </p:cNvPr>
          <p:cNvSpPr>
            <a:spLocks xmlns:a="http://schemas.openxmlformats.org/drawingml/2006/main" noGrp="1"/>
          </p:cNvSpPr>
          <p:nvPr>
            <p:ph type="pic" idx="88"/>
          </p:nvPr>
        </p:nvSpPr>
        <p:spPr>
          <a:xfrm xmlns:a="http://schemas.openxmlformats.org/drawingml/2006/main">
            <a:off x="1050535" y="3476901"/>
            <a:ext cx="929789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21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3EF888FA-FA03-4D90-B67D-21FD33ED91F1}"/>
              </a:ext>
            </a:extLst>
          </p:cNvPr>
          <p:cNvSpPr>
            <a:spLocks xmlns:a="http://schemas.openxmlformats.org/drawingml/2006/main" noGrp="1"/>
          </p:cNvSpPr>
          <p:nvPr>
            <p:ph type="pic" idx="89"/>
          </p:nvPr>
        </p:nvSpPr>
        <p:spPr>
          <a:xfrm xmlns:a="http://schemas.openxmlformats.org/drawingml/2006/main">
            <a:off x="4178897" y="3476901"/>
            <a:ext cx="929788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22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8525D977-A5B5-4398-922E-D56F1A122A46}"/>
              </a:ext>
            </a:extLst>
          </p:cNvPr>
          <p:cNvSpPr>
            <a:spLocks xmlns:a="http://schemas.openxmlformats.org/drawingml/2006/main" noGrp="1"/>
          </p:cNvSpPr>
          <p:nvPr>
            <p:ph type="pic" idx="90"/>
          </p:nvPr>
        </p:nvSpPr>
        <p:spPr>
          <a:xfrm xmlns:a="http://schemas.openxmlformats.org/drawingml/2006/main">
            <a:off x="2614716" y="3476901"/>
            <a:ext cx="929789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23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FC68B6D6-4271-4638-8C48-627292A61FB0}"/>
              </a:ext>
            </a:extLst>
          </p:cNvPr>
          <p:cNvSpPr>
            <a:spLocks xmlns:a="http://schemas.openxmlformats.org/drawingml/2006/main" noGrp="1"/>
          </p:cNvSpPr>
          <p:nvPr>
            <p:ph type="body" idx="91"/>
          </p:nvPr>
        </p:nvSpPr>
        <p:spPr>
          <a:xfrm xmlns:a="http://schemas.openxmlformats.org/drawingml/2006/main">
            <a:off x="2329802" y="4429905"/>
            <a:ext cx="1499616" cy="166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indent="0" algn="ctr">
              <a:spcBef>
                <a:spcPts val="300"/>
              </a:spcBef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171450" marR="0" lvl="0" indent="-17145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None/>
            </a:pPr>
            <a:r>
              <a:t>Click to edit Master text styles</a:t>
            </a:r>
          </a:p>
        </p:txBody>
      </p:sp>
      <p:sp>
        <p:nvSpPr>
          <p:cNvPr id="24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9F204A49-805D-412C-9EDA-25760EA2B6FB}"/>
              </a:ext>
            </a:extLst>
          </p:cNvPr>
          <p:cNvSpPr>
            <a:spLocks xmlns:a="http://schemas.openxmlformats.org/drawingml/2006/main" noGrp="1"/>
          </p:cNvSpPr>
          <p:nvPr>
            <p:ph type="pic" idx="92"/>
          </p:nvPr>
        </p:nvSpPr>
        <p:spPr>
          <a:xfrm xmlns:a="http://schemas.openxmlformats.org/drawingml/2006/main">
            <a:off x="5743077" y="3476901"/>
            <a:ext cx="929788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2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AE5E2BE9-BA0E-4626-BE92-4324E393B392}"/>
              </a:ext>
            </a:extLst>
          </p:cNvPr>
          <p:cNvSpPr>
            <a:spLocks xmlns:a="http://schemas.openxmlformats.org/drawingml/2006/main" noGrp="1"/>
          </p:cNvSpPr>
          <p:nvPr>
            <p:ph type="pic" idx="93"/>
          </p:nvPr>
        </p:nvSpPr>
        <p:spPr>
          <a:xfrm xmlns:a="http://schemas.openxmlformats.org/drawingml/2006/main">
            <a:off x="7307257" y="3476901"/>
            <a:ext cx="929788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26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23623211-130D-496D-BD63-D37F319F3E40}"/>
              </a:ext>
            </a:extLst>
          </p:cNvPr>
          <p:cNvSpPr>
            <a:spLocks xmlns:a="http://schemas.openxmlformats.org/drawingml/2006/main" noGrp="1"/>
          </p:cNvSpPr>
          <p:nvPr>
            <p:ph type="body" idx="94"/>
          </p:nvPr>
        </p:nvSpPr>
        <p:spPr>
          <a:xfrm xmlns:a="http://schemas.openxmlformats.org/drawingml/2006/main">
            <a:off x="765621" y="4429905"/>
            <a:ext cx="1499616" cy="166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marR="0" indent="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0" marR="0" lvl="0" indent="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</a:pPr>
            <a:r>
              <a:t>Click to edit Master text styles</a:t>
            </a:r>
          </a:p>
        </p:txBody>
      </p:sp>
      <p:sp>
        <p:nvSpPr>
          <p:cNvPr id="27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9FDA7ACD-062A-4FC3-9EF9-5E293702093E}"/>
              </a:ext>
            </a:extLst>
          </p:cNvPr>
          <p:cNvSpPr>
            <a:spLocks xmlns:a="http://schemas.openxmlformats.org/drawingml/2006/main" noGrp="1"/>
          </p:cNvSpPr>
          <p:nvPr>
            <p:ph type="body" idx="95"/>
          </p:nvPr>
        </p:nvSpPr>
        <p:spPr>
          <a:xfrm xmlns:a="http://schemas.openxmlformats.org/drawingml/2006/main">
            <a:off x="3893983" y="4429905"/>
            <a:ext cx="1499616" cy="166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indent="0" algn="ctr">
              <a:spcBef>
                <a:spcPts val="300"/>
              </a:spcBef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171450" marR="0" lvl="0" indent="-17145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None/>
            </a:pPr>
            <a:r>
              <a:t>Click to edit Master text styles</a:t>
            </a:r>
          </a:p>
        </p:txBody>
      </p:sp>
      <p:sp>
        <p:nvSpPr>
          <p:cNvPr id="28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30B7A401-EB5F-481F-8952-3F73CF04F4C3}"/>
              </a:ext>
            </a:extLst>
          </p:cNvPr>
          <p:cNvSpPr>
            <a:spLocks xmlns:a="http://schemas.openxmlformats.org/drawingml/2006/main" noGrp="1"/>
          </p:cNvSpPr>
          <p:nvPr>
            <p:ph type="body" idx="96"/>
          </p:nvPr>
        </p:nvSpPr>
        <p:spPr>
          <a:xfrm xmlns:a="http://schemas.openxmlformats.org/drawingml/2006/main">
            <a:off x="5458164" y="4429905"/>
            <a:ext cx="1499616" cy="166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indent="0" algn="ctr">
              <a:spcBef>
                <a:spcPts val="300"/>
              </a:spcBef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171450" marR="0" lvl="0" indent="-17145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None/>
            </a:pPr>
            <a:r>
              <a:t>Click to edit Master text styles</a:t>
            </a:r>
          </a:p>
        </p:txBody>
      </p:sp>
      <p:sp>
        <p:nvSpPr>
          <p:cNvPr id="29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6CF7431B-CB6B-47B7-8530-BEAAD1CD9B89}"/>
              </a:ext>
            </a:extLst>
          </p:cNvPr>
          <p:cNvSpPr>
            <a:spLocks xmlns:a="http://schemas.openxmlformats.org/drawingml/2006/main" noGrp="1"/>
          </p:cNvSpPr>
          <p:nvPr>
            <p:ph type="body" idx="97"/>
          </p:nvPr>
        </p:nvSpPr>
        <p:spPr>
          <a:xfrm xmlns:a="http://schemas.openxmlformats.org/drawingml/2006/main">
            <a:off x="8586526" y="4429906"/>
            <a:ext cx="1499616" cy="1669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indent="0" algn="ctr">
              <a:spcBef>
                <a:spcPts val="300"/>
              </a:spcBef>
              <a:buFont typeface="Arial"/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0" marR="0" lvl="0" indent="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</a:pPr>
            <a:r>
              <a:t>Click to edit Master text styles</a:t>
            </a:r>
          </a:p>
        </p:txBody>
      </p:sp>
      <p:sp>
        <p:nvSpPr>
          <p:cNvPr id="30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EB4B6A3A-676E-4AC0-918F-6AF9238CDA17}"/>
              </a:ext>
            </a:extLst>
          </p:cNvPr>
          <p:cNvSpPr>
            <a:spLocks xmlns:a="http://schemas.openxmlformats.org/drawingml/2006/main" noGrp="1"/>
          </p:cNvSpPr>
          <p:nvPr>
            <p:ph type="body" idx="98"/>
          </p:nvPr>
        </p:nvSpPr>
        <p:spPr>
          <a:xfrm xmlns:a="http://schemas.openxmlformats.org/drawingml/2006/main">
            <a:off x="7022345" y="4429906"/>
            <a:ext cx="1499616" cy="1669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indent="0" algn="ctr">
              <a:spcBef>
                <a:spcPts val="300"/>
              </a:spcBef>
              <a:buFont typeface="Arial"/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0" marR="0" lvl="0" indent="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</a:pPr>
            <a:r>
              <a:t>Click to edit Master text styles</a:t>
            </a:r>
          </a:p>
        </p:txBody>
      </p:sp>
      <p:sp>
        <p:nvSpPr>
          <p:cNvPr id="31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88DF17E6-8BF6-4489-A838-EB82D2B0407E}"/>
              </a:ext>
            </a:extLst>
          </p:cNvPr>
          <p:cNvSpPr>
            <a:spLocks xmlns:a="http://schemas.openxmlformats.org/drawingml/2006/main" noGrp="1"/>
          </p:cNvSpPr>
          <p:nvPr>
            <p:ph type="body" idx="99"/>
          </p:nvPr>
        </p:nvSpPr>
        <p:spPr>
          <a:xfrm xmlns:a="http://schemas.openxmlformats.org/drawingml/2006/main">
            <a:off x="10150706" y="4429906"/>
            <a:ext cx="1499616" cy="1669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indent="0" algn="ctr">
              <a:spcBef>
                <a:spcPts val="300"/>
              </a:spcBef>
              <a:buFont typeface="Arial"/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0" marR="0" lvl="0" indent="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</a:pPr>
            <a:r>
              <a:t>Click to edit Master text styles</a:t>
            </a:r>
          </a:p>
        </p:txBody>
      </p:sp>
      <p:sp>
        <p:nvSpPr>
          <p:cNvPr id="32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1D699F03-B1DA-4AE3-A081-0FADE23BAB48}"/>
              </a:ext>
            </a:extLst>
          </p:cNvPr>
          <p:cNvSpPr>
            <a:spLocks xmlns:a="http://schemas.openxmlformats.org/drawingml/2006/main" noGrp="1"/>
          </p:cNvSpPr>
          <p:nvPr>
            <p:ph type="pic" idx="100"/>
          </p:nvPr>
        </p:nvSpPr>
        <p:spPr>
          <a:xfrm xmlns:a="http://schemas.openxmlformats.org/drawingml/2006/main">
            <a:off x="8871437" y="3476901"/>
            <a:ext cx="929788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33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7865EDDA-D773-4E4F-A4AE-3C4881C1E7F2}"/>
              </a:ext>
            </a:extLst>
          </p:cNvPr>
          <p:cNvSpPr>
            <a:spLocks xmlns:a="http://schemas.openxmlformats.org/drawingml/2006/main" noGrp="1"/>
          </p:cNvSpPr>
          <p:nvPr>
            <p:ph type="pic" idx="101"/>
          </p:nvPr>
        </p:nvSpPr>
        <p:spPr>
          <a:xfrm xmlns:a="http://schemas.openxmlformats.org/drawingml/2006/main">
            <a:off x="10435620" y="3476901"/>
            <a:ext cx="929788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34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64EA4A58-CB42-4762-8287-8FBAD0F419C7}"/>
              </a:ext>
            </a:extLst>
          </p:cNvPr>
          <p:cNvSpPr>
            <a:spLocks xmlns:a="http://schemas.openxmlformats.org/drawingml/2006/main" noGrp="1"/>
          </p:cNvSpPr>
          <p:nvPr>
            <p:ph type="pic" idx="102"/>
          </p:nvPr>
        </p:nvSpPr>
        <p:spPr>
          <a:xfrm xmlns:a="http://schemas.openxmlformats.org/drawingml/2006/main">
            <a:off x="1050535" y="5001482"/>
            <a:ext cx="929789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35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0B94108C-B523-4D81-8160-4EEDCA05D19F}"/>
              </a:ext>
            </a:extLst>
          </p:cNvPr>
          <p:cNvSpPr>
            <a:spLocks xmlns:a="http://schemas.openxmlformats.org/drawingml/2006/main" noGrp="1"/>
          </p:cNvSpPr>
          <p:nvPr>
            <p:ph type="pic" idx="103"/>
          </p:nvPr>
        </p:nvSpPr>
        <p:spPr>
          <a:xfrm xmlns:a="http://schemas.openxmlformats.org/drawingml/2006/main">
            <a:off x="4178897" y="5001482"/>
            <a:ext cx="929788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36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8A0AA4CE-D667-4E22-8E4B-E33283199B8A}"/>
              </a:ext>
            </a:extLst>
          </p:cNvPr>
          <p:cNvSpPr>
            <a:spLocks xmlns:a="http://schemas.openxmlformats.org/drawingml/2006/main" noGrp="1"/>
          </p:cNvSpPr>
          <p:nvPr>
            <p:ph type="pic" idx="104"/>
          </p:nvPr>
        </p:nvSpPr>
        <p:spPr>
          <a:xfrm xmlns:a="http://schemas.openxmlformats.org/drawingml/2006/main">
            <a:off x="2614716" y="5001482"/>
            <a:ext cx="929789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37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9B73C80F-2017-42CE-B90A-527B3E74B68A}"/>
              </a:ext>
            </a:extLst>
          </p:cNvPr>
          <p:cNvSpPr>
            <a:spLocks xmlns:a="http://schemas.openxmlformats.org/drawingml/2006/main" noGrp="1"/>
          </p:cNvSpPr>
          <p:nvPr>
            <p:ph type="body" idx="105"/>
          </p:nvPr>
        </p:nvSpPr>
        <p:spPr>
          <a:xfrm xmlns:a="http://schemas.openxmlformats.org/drawingml/2006/main">
            <a:off x="2329802" y="5964646"/>
            <a:ext cx="1499616" cy="166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indent="0" algn="ctr">
              <a:spcBef>
                <a:spcPts val="300"/>
              </a:spcBef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171450" marR="0" lvl="0" indent="-17145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None/>
            </a:pPr>
            <a:r>
              <a:t>Click to edit Master text styles</a:t>
            </a:r>
          </a:p>
        </p:txBody>
      </p:sp>
      <p:sp>
        <p:nvSpPr>
          <p:cNvPr id="38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D92A14AF-09A2-4C25-8D64-64E762D8711E}"/>
              </a:ext>
            </a:extLst>
          </p:cNvPr>
          <p:cNvSpPr>
            <a:spLocks xmlns:a="http://schemas.openxmlformats.org/drawingml/2006/main" noGrp="1"/>
          </p:cNvSpPr>
          <p:nvPr>
            <p:ph type="pic" idx="106"/>
          </p:nvPr>
        </p:nvSpPr>
        <p:spPr>
          <a:xfrm xmlns:a="http://schemas.openxmlformats.org/drawingml/2006/main">
            <a:off x="5743077" y="5001482"/>
            <a:ext cx="929788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39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D8067B3C-C1D4-41DF-96DC-760411B6F75B}"/>
              </a:ext>
            </a:extLst>
          </p:cNvPr>
          <p:cNvSpPr>
            <a:spLocks xmlns:a="http://schemas.openxmlformats.org/drawingml/2006/main" noGrp="1"/>
          </p:cNvSpPr>
          <p:nvPr>
            <p:ph type="pic" idx="107"/>
          </p:nvPr>
        </p:nvSpPr>
        <p:spPr>
          <a:xfrm xmlns:a="http://schemas.openxmlformats.org/drawingml/2006/main">
            <a:off x="7307257" y="5001482"/>
            <a:ext cx="929788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40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8FEBDAF6-3565-4039-878D-72010E475DF8}"/>
              </a:ext>
            </a:extLst>
          </p:cNvPr>
          <p:cNvSpPr>
            <a:spLocks xmlns:a="http://schemas.openxmlformats.org/drawingml/2006/main" noGrp="1"/>
          </p:cNvSpPr>
          <p:nvPr>
            <p:ph type="body" idx="108"/>
          </p:nvPr>
        </p:nvSpPr>
        <p:spPr>
          <a:xfrm xmlns:a="http://schemas.openxmlformats.org/drawingml/2006/main">
            <a:off x="765621" y="5964646"/>
            <a:ext cx="1499616" cy="166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marR="0" indent="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0" marR="0" lvl="0" indent="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</a:pPr>
            <a:r>
              <a:t>Click to edit Master text styles</a:t>
            </a:r>
          </a:p>
        </p:txBody>
      </p:sp>
      <p:sp>
        <p:nvSpPr>
          <p:cNvPr id="41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55BC8570-FC5A-4122-9E7C-8C0446AB21FB}"/>
              </a:ext>
            </a:extLst>
          </p:cNvPr>
          <p:cNvSpPr>
            <a:spLocks xmlns:a="http://schemas.openxmlformats.org/drawingml/2006/main" noGrp="1"/>
          </p:cNvSpPr>
          <p:nvPr>
            <p:ph type="body" idx="109"/>
          </p:nvPr>
        </p:nvSpPr>
        <p:spPr>
          <a:xfrm xmlns:a="http://schemas.openxmlformats.org/drawingml/2006/main">
            <a:off x="3893983" y="5964646"/>
            <a:ext cx="1499616" cy="166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indent="0" algn="ctr">
              <a:spcBef>
                <a:spcPts val="300"/>
              </a:spcBef>
              <a:buFont typeface="Arial"/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171450" marR="0" lvl="0" indent="-17145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None/>
            </a:pPr>
            <a:r>
              <a:t>Click to edit Master text styles</a:t>
            </a:r>
          </a:p>
        </p:txBody>
      </p:sp>
      <p:sp>
        <p:nvSpPr>
          <p:cNvPr id="42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716F4F36-6367-4F84-AEB5-408B6729FC60}"/>
              </a:ext>
            </a:extLst>
          </p:cNvPr>
          <p:cNvSpPr>
            <a:spLocks xmlns:a="http://schemas.openxmlformats.org/drawingml/2006/main" noGrp="1"/>
          </p:cNvSpPr>
          <p:nvPr>
            <p:ph type="body" idx="110"/>
          </p:nvPr>
        </p:nvSpPr>
        <p:spPr>
          <a:xfrm xmlns:a="http://schemas.openxmlformats.org/drawingml/2006/main">
            <a:off x="5458164" y="5964646"/>
            <a:ext cx="1499616" cy="166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indent="0" algn="ctr">
              <a:spcBef>
                <a:spcPts val="300"/>
              </a:spcBef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171450" marR="0" lvl="0" indent="-17145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None/>
            </a:pPr>
            <a:r>
              <a:t>Click to edit Master text styles</a:t>
            </a:r>
          </a:p>
        </p:txBody>
      </p:sp>
      <p:sp>
        <p:nvSpPr>
          <p:cNvPr id="43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0F2CF83A-0833-40D7-951D-827D217AC9EC}"/>
              </a:ext>
            </a:extLst>
          </p:cNvPr>
          <p:cNvSpPr>
            <a:spLocks xmlns:a="http://schemas.openxmlformats.org/drawingml/2006/main" noGrp="1"/>
          </p:cNvSpPr>
          <p:nvPr>
            <p:ph type="body" idx="111"/>
          </p:nvPr>
        </p:nvSpPr>
        <p:spPr>
          <a:xfrm xmlns:a="http://schemas.openxmlformats.org/drawingml/2006/main">
            <a:off x="8586526" y="5964647"/>
            <a:ext cx="1499616" cy="1669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indent="0" algn="ctr">
              <a:spcBef>
                <a:spcPts val="300"/>
              </a:spcBef>
              <a:buFont typeface="Arial"/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0" marR="0" lvl="0" indent="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</a:pPr>
            <a:r>
              <a:t>Click to edit Master text styles</a:t>
            </a:r>
          </a:p>
        </p:txBody>
      </p:sp>
      <p:sp>
        <p:nvSpPr>
          <p:cNvPr id="44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4EB01A30-17E1-46B6-B392-93580EBF6C55}"/>
              </a:ext>
            </a:extLst>
          </p:cNvPr>
          <p:cNvSpPr>
            <a:spLocks xmlns:a="http://schemas.openxmlformats.org/drawingml/2006/main" noGrp="1"/>
          </p:cNvSpPr>
          <p:nvPr>
            <p:ph type="body" idx="112"/>
          </p:nvPr>
        </p:nvSpPr>
        <p:spPr>
          <a:xfrm xmlns:a="http://schemas.openxmlformats.org/drawingml/2006/main">
            <a:off x="7022345" y="5964647"/>
            <a:ext cx="1499616" cy="1669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indent="0" algn="ctr">
              <a:spcBef>
                <a:spcPts val="300"/>
              </a:spcBef>
              <a:buFont typeface="Arial"/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0" marR="0" lvl="0" indent="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</a:pPr>
            <a:r>
              <a:t>Click to edit Master text styles</a:t>
            </a:r>
          </a:p>
        </p:txBody>
      </p:sp>
      <p:sp>
        <p:nvSpPr>
          <p:cNvPr id="45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8A09EF4B-E42D-446A-90B7-21593764FD79}"/>
              </a:ext>
            </a:extLst>
          </p:cNvPr>
          <p:cNvSpPr>
            <a:spLocks xmlns:a="http://schemas.openxmlformats.org/drawingml/2006/main" noGrp="1"/>
          </p:cNvSpPr>
          <p:nvPr>
            <p:ph type="body" idx="113"/>
          </p:nvPr>
        </p:nvSpPr>
        <p:spPr>
          <a:xfrm xmlns:a="http://schemas.openxmlformats.org/drawingml/2006/main">
            <a:off x="10150706" y="5964647"/>
            <a:ext cx="1499616" cy="1669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indent="0" algn="ctr">
              <a:spcBef>
                <a:spcPts val="300"/>
              </a:spcBef>
              <a:buFont typeface="Arial"/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0" marR="0" lvl="0" indent="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</a:pPr>
            <a:r>
              <a:t>Click to edit Master text styles</a:t>
            </a:r>
          </a:p>
        </p:txBody>
      </p:sp>
      <p:sp>
        <p:nvSpPr>
          <p:cNvPr id="46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CBD10CE1-0EF2-4420-9087-1B4AEE942F5A}"/>
              </a:ext>
            </a:extLst>
          </p:cNvPr>
          <p:cNvSpPr>
            <a:spLocks xmlns:a="http://schemas.openxmlformats.org/drawingml/2006/main" noGrp="1"/>
          </p:cNvSpPr>
          <p:nvPr>
            <p:ph type="pic" idx="114"/>
          </p:nvPr>
        </p:nvSpPr>
        <p:spPr>
          <a:xfrm xmlns:a="http://schemas.openxmlformats.org/drawingml/2006/main">
            <a:off x="8871437" y="5001482"/>
            <a:ext cx="929788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47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1CA95A8D-CF98-42F6-97C8-D24C98946A22}"/>
              </a:ext>
            </a:extLst>
          </p:cNvPr>
          <p:cNvSpPr>
            <a:spLocks xmlns:a="http://schemas.openxmlformats.org/drawingml/2006/main" noGrp="1"/>
          </p:cNvSpPr>
          <p:nvPr>
            <p:ph type="pic" idx="115"/>
          </p:nvPr>
        </p:nvSpPr>
        <p:spPr>
          <a:xfrm xmlns:a="http://schemas.openxmlformats.org/drawingml/2006/main">
            <a:off x="10435620" y="5001482"/>
            <a:ext cx="929788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</p:spTree>
  </p:cSld>
</p:sldLayout>
</file>

<file path=ppt/slideLayouts/slideLayout42.xml><?xml version="1.0" encoding="utf-8"?>
<p:sldLayout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9" name="Graphic 4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dcb9642346482d">
            <a:extLst>
              <a:ext uri="{96DAC541-7B7A-43D3-8B79-37D633B846F1}">
                <asvg:svgBlip xmlns:asvg="http://schemas.microsoft.com/office/drawing/2016/SVG/main" r:embed="Rd16655b4d533484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530016"/>
            <a:ext cx="12192000" cy="1283368"/>
          </a:xfrm>
          <a:prstGeom xmlns:a="http://schemas.openxmlformats.org/drawingml/2006/main" prst="rect">
            <a:avLst/>
          </a:prstGeom>
        </p:spPr>
      </p:pic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60A60EB2-529A-455E-BB84-8D2BBC0987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BD26E73-DB8C-4CA4-A1AE-6A0221173C11}" type="datetimeFigureOut">
              <a:t>4/26/2024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E9169ED-CF1C-40EB-B02B-4C674A06D69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4FC0F7A4-0D3D-46A2-A2D1-19235187982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0BE56C2-DEC3-475D-8616-6D3208302146}" type="slidenum">
              <a:t>‹#›</a:t>
            </a:fld>
          </a:p>
        </p:txBody>
      </p:sp>
      <p:sp>
        <p:nvSpPr>
          <p:cNvPr id="5" name="Title 1">
            <a:extLst xmlns:a="http://schemas.openxmlformats.org/drawingml/2006/main">
              <a:ext uri="{FF2B5EF4-FFF2-40B4-BE49-F238E27FC236}">
                <a16:creationId xmlns:a16="http://schemas.microsoft.com/office/drawing/2014/main" id="{22103F64-37F9-43D5-9C5A-B29439CB0DFE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768875" y="182403"/>
            <a:ext cx="10671048" cy="82296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Title (icons with text)</a:t>
            </a:r>
          </a:p>
        </p:txBody>
      </p:sp>
      <p:sp>
        <p:nvSpPr>
          <p:cNvPr id="17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42E2FB9C-E286-4FD1-AC57-71201F9F69E5}"/>
              </a:ext>
            </a:extLst>
          </p:cNvPr>
          <p:cNvSpPr>
            <a:spLocks xmlns:a="http://schemas.openxmlformats.org/drawingml/2006/main" noGrp="1"/>
          </p:cNvSpPr>
          <p:nvPr>
            <p:ph type="body" idx="83" hasCustomPrompt="1"/>
          </p:nvPr>
        </p:nvSpPr>
        <p:spPr>
          <a:xfrm xmlns:a="http://schemas.openxmlformats.org/drawingml/2006/main">
            <a:off x="1041010" y="2398500"/>
            <a:ext cx="685800" cy="1669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indent="0" algn="ctr">
              <a:spcBef>
                <a:spcPts val="300"/>
              </a:spcBef>
              <a:buFont typeface="Arial"/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0" marR="0" lvl="0" indent="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</a:pPr>
            <a:r>
              <a:t>Label</a:t>
            </a:r>
          </a:p>
        </p:txBody>
      </p:sp>
      <p:sp>
        <p:nvSpPr>
          <p:cNvPr id="19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CAD9E5F1-3BFA-4F42-BCAB-455223D4827A}"/>
              </a:ext>
            </a:extLst>
          </p:cNvPr>
          <p:cNvSpPr>
            <a:spLocks xmlns:a="http://schemas.openxmlformats.org/drawingml/2006/main" noGrp="1"/>
          </p:cNvSpPr>
          <p:nvPr>
            <p:ph type="pic" idx="87" hasCustomPrompt="1"/>
          </p:nvPr>
        </p:nvSpPr>
        <p:spPr>
          <a:xfrm xmlns:a="http://schemas.openxmlformats.org/drawingml/2006/main">
            <a:off x="1127878" y="1853060"/>
            <a:ext cx="512064" cy="512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Add icon</a:t>
            </a:r>
          </a:p>
        </p:txBody>
      </p:sp>
      <p:sp>
        <p:nvSpPr>
          <p:cNvPr id="20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099D264E-1A2A-49D3-913C-AB554FC4E8C3}"/>
              </a:ext>
            </a:extLst>
          </p:cNvPr>
          <p:cNvSpPr>
            <a:spLocks xmlns:a="http://schemas.openxmlformats.org/drawingml/2006/main" noGrp="1"/>
          </p:cNvSpPr>
          <p:nvPr>
            <p:ph type="pic" idx="88"/>
          </p:nvPr>
        </p:nvSpPr>
        <p:spPr>
          <a:xfrm xmlns:a="http://schemas.openxmlformats.org/drawingml/2006/main">
            <a:off x="1050535" y="3476901"/>
            <a:ext cx="929789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21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3EF888FA-FA03-4D90-B67D-21FD33ED91F1}"/>
              </a:ext>
            </a:extLst>
          </p:cNvPr>
          <p:cNvSpPr>
            <a:spLocks xmlns:a="http://schemas.openxmlformats.org/drawingml/2006/main" noGrp="1"/>
          </p:cNvSpPr>
          <p:nvPr>
            <p:ph type="pic" idx="89"/>
          </p:nvPr>
        </p:nvSpPr>
        <p:spPr>
          <a:xfrm xmlns:a="http://schemas.openxmlformats.org/drawingml/2006/main">
            <a:off x="4178897" y="3476901"/>
            <a:ext cx="929788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22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8525D977-A5B5-4398-922E-D56F1A122A46}"/>
              </a:ext>
            </a:extLst>
          </p:cNvPr>
          <p:cNvSpPr>
            <a:spLocks xmlns:a="http://schemas.openxmlformats.org/drawingml/2006/main" noGrp="1"/>
          </p:cNvSpPr>
          <p:nvPr>
            <p:ph type="pic" idx="90"/>
          </p:nvPr>
        </p:nvSpPr>
        <p:spPr>
          <a:xfrm xmlns:a="http://schemas.openxmlformats.org/drawingml/2006/main">
            <a:off x="2614716" y="3476901"/>
            <a:ext cx="929789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23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FC68B6D6-4271-4638-8C48-627292A61FB0}"/>
              </a:ext>
            </a:extLst>
          </p:cNvPr>
          <p:cNvSpPr>
            <a:spLocks xmlns:a="http://schemas.openxmlformats.org/drawingml/2006/main" noGrp="1"/>
          </p:cNvSpPr>
          <p:nvPr>
            <p:ph type="body" idx="91"/>
          </p:nvPr>
        </p:nvSpPr>
        <p:spPr>
          <a:xfrm xmlns:a="http://schemas.openxmlformats.org/drawingml/2006/main">
            <a:off x="2329802" y="4429905"/>
            <a:ext cx="1499616" cy="166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indent="0" algn="ctr">
              <a:spcBef>
                <a:spcPts val="300"/>
              </a:spcBef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171450" marR="0" lvl="0" indent="-17145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None/>
            </a:pPr>
            <a:r>
              <a:t>Click to edit Master text styles</a:t>
            </a:r>
          </a:p>
        </p:txBody>
      </p:sp>
      <p:sp>
        <p:nvSpPr>
          <p:cNvPr id="24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9F204A49-805D-412C-9EDA-25760EA2B6FB}"/>
              </a:ext>
            </a:extLst>
          </p:cNvPr>
          <p:cNvSpPr>
            <a:spLocks xmlns:a="http://schemas.openxmlformats.org/drawingml/2006/main" noGrp="1"/>
          </p:cNvSpPr>
          <p:nvPr>
            <p:ph type="pic" idx="92"/>
          </p:nvPr>
        </p:nvSpPr>
        <p:spPr>
          <a:xfrm xmlns:a="http://schemas.openxmlformats.org/drawingml/2006/main">
            <a:off x="5743077" y="3476901"/>
            <a:ext cx="929788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2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AE5E2BE9-BA0E-4626-BE92-4324E393B392}"/>
              </a:ext>
            </a:extLst>
          </p:cNvPr>
          <p:cNvSpPr>
            <a:spLocks xmlns:a="http://schemas.openxmlformats.org/drawingml/2006/main" noGrp="1"/>
          </p:cNvSpPr>
          <p:nvPr>
            <p:ph type="pic" idx="93"/>
          </p:nvPr>
        </p:nvSpPr>
        <p:spPr>
          <a:xfrm xmlns:a="http://schemas.openxmlformats.org/drawingml/2006/main">
            <a:off x="7307257" y="3476901"/>
            <a:ext cx="929788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26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23623211-130D-496D-BD63-D37F319F3E40}"/>
              </a:ext>
            </a:extLst>
          </p:cNvPr>
          <p:cNvSpPr>
            <a:spLocks xmlns:a="http://schemas.openxmlformats.org/drawingml/2006/main" noGrp="1"/>
          </p:cNvSpPr>
          <p:nvPr>
            <p:ph type="body" idx="94"/>
          </p:nvPr>
        </p:nvSpPr>
        <p:spPr>
          <a:xfrm xmlns:a="http://schemas.openxmlformats.org/drawingml/2006/main">
            <a:off x="765621" y="4429905"/>
            <a:ext cx="1499616" cy="166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marR="0" indent="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0" marR="0" lvl="0" indent="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</a:pPr>
            <a:r>
              <a:t>Click to edit Master text styles</a:t>
            </a:r>
          </a:p>
        </p:txBody>
      </p:sp>
      <p:sp>
        <p:nvSpPr>
          <p:cNvPr id="27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9FDA7ACD-062A-4FC3-9EF9-5E293702093E}"/>
              </a:ext>
            </a:extLst>
          </p:cNvPr>
          <p:cNvSpPr>
            <a:spLocks xmlns:a="http://schemas.openxmlformats.org/drawingml/2006/main" noGrp="1"/>
          </p:cNvSpPr>
          <p:nvPr>
            <p:ph type="body" idx="95"/>
          </p:nvPr>
        </p:nvSpPr>
        <p:spPr>
          <a:xfrm xmlns:a="http://schemas.openxmlformats.org/drawingml/2006/main">
            <a:off x="3893983" y="4429905"/>
            <a:ext cx="1499616" cy="166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indent="0" algn="ctr">
              <a:spcBef>
                <a:spcPts val="300"/>
              </a:spcBef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171450" marR="0" lvl="0" indent="-17145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None/>
            </a:pPr>
            <a:r>
              <a:t>Click to edit Master text styles</a:t>
            </a:r>
          </a:p>
        </p:txBody>
      </p:sp>
      <p:sp>
        <p:nvSpPr>
          <p:cNvPr id="28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30B7A401-EB5F-481F-8952-3F73CF04F4C3}"/>
              </a:ext>
            </a:extLst>
          </p:cNvPr>
          <p:cNvSpPr>
            <a:spLocks xmlns:a="http://schemas.openxmlformats.org/drawingml/2006/main" noGrp="1"/>
          </p:cNvSpPr>
          <p:nvPr>
            <p:ph type="body" idx="96"/>
          </p:nvPr>
        </p:nvSpPr>
        <p:spPr>
          <a:xfrm xmlns:a="http://schemas.openxmlformats.org/drawingml/2006/main">
            <a:off x="5458164" y="4429905"/>
            <a:ext cx="1499616" cy="166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indent="0" algn="ctr">
              <a:spcBef>
                <a:spcPts val="300"/>
              </a:spcBef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171450" marR="0" lvl="0" indent="-17145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None/>
            </a:pPr>
            <a:r>
              <a:t>Click to edit Master text styles</a:t>
            </a:r>
          </a:p>
        </p:txBody>
      </p:sp>
      <p:sp>
        <p:nvSpPr>
          <p:cNvPr id="29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6CF7431B-CB6B-47B7-8530-BEAAD1CD9B89}"/>
              </a:ext>
            </a:extLst>
          </p:cNvPr>
          <p:cNvSpPr>
            <a:spLocks xmlns:a="http://schemas.openxmlformats.org/drawingml/2006/main" noGrp="1"/>
          </p:cNvSpPr>
          <p:nvPr>
            <p:ph type="body" idx="97"/>
          </p:nvPr>
        </p:nvSpPr>
        <p:spPr>
          <a:xfrm xmlns:a="http://schemas.openxmlformats.org/drawingml/2006/main">
            <a:off x="8586526" y="4429906"/>
            <a:ext cx="1499616" cy="1669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indent="0" algn="ctr">
              <a:spcBef>
                <a:spcPts val="300"/>
              </a:spcBef>
              <a:buFont typeface="Arial"/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0" marR="0" lvl="0" indent="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</a:pPr>
            <a:r>
              <a:t>Click to edit Master text styles</a:t>
            </a:r>
          </a:p>
        </p:txBody>
      </p:sp>
      <p:sp>
        <p:nvSpPr>
          <p:cNvPr id="30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EB4B6A3A-676E-4AC0-918F-6AF9238CDA17}"/>
              </a:ext>
            </a:extLst>
          </p:cNvPr>
          <p:cNvSpPr>
            <a:spLocks xmlns:a="http://schemas.openxmlformats.org/drawingml/2006/main" noGrp="1"/>
          </p:cNvSpPr>
          <p:nvPr>
            <p:ph type="body" idx="98"/>
          </p:nvPr>
        </p:nvSpPr>
        <p:spPr>
          <a:xfrm xmlns:a="http://schemas.openxmlformats.org/drawingml/2006/main">
            <a:off x="7022345" y="4429906"/>
            <a:ext cx="1499616" cy="1669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indent="0" algn="ctr">
              <a:spcBef>
                <a:spcPts val="300"/>
              </a:spcBef>
              <a:buFont typeface="Arial"/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0" marR="0" lvl="0" indent="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</a:pPr>
            <a:r>
              <a:t>Click to edit Master text styles</a:t>
            </a:r>
          </a:p>
        </p:txBody>
      </p:sp>
      <p:sp>
        <p:nvSpPr>
          <p:cNvPr id="31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88DF17E6-8BF6-4489-A838-EB82D2B0407E}"/>
              </a:ext>
            </a:extLst>
          </p:cNvPr>
          <p:cNvSpPr>
            <a:spLocks xmlns:a="http://schemas.openxmlformats.org/drawingml/2006/main" noGrp="1"/>
          </p:cNvSpPr>
          <p:nvPr>
            <p:ph type="body" idx="99"/>
          </p:nvPr>
        </p:nvSpPr>
        <p:spPr>
          <a:xfrm xmlns:a="http://schemas.openxmlformats.org/drawingml/2006/main">
            <a:off x="10150706" y="4429906"/>
            <a:ext cx="1499616" cy="1669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indent="0" algn="ctr">
              <a:spcBef>
                <a:spcPts val="300"/>
              </a:spcBef>
              <a:buFont typeface="Arial"/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0" marR="0" lvl="0" indent="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</a:pPr>
            <a:r>
              <a:t>Click to edit Master text styles</a:t>
            </a:r>
          </a:p>
        </p:txBody>
      </p:sp>
      <p:sp>
        <p:nvSpPr>
          <p:cNvPr id="32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1D699F03-B1DA-4AE3-A081-0FADE23BAB48}"/>
              </a:ext>
            </a:extLst>
          </p:cNvPr>
          <p:cNvSpPr>
            <a:spLocks xmlns:a="http://schemas.openxmlformats.org/drawingml/2006/main" noGrp="1"/>
          </p:cNvSpPr>
          <p:nvPr>
            <p:ph type="pic" idx="100"/>
          </p:nvPr>
        </p:nvSpPr>
        <p:spPr>
          <a:xfrm xmlns:a="http://schemas.openxmlformats.org/drawingml/2006/main">
            <a:off x="8871437" y="3476901"/>
            <a:ext cx="929788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33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7865EDDA-D773-4E4F-A4AE-3C4881C1E7F2}"/>
              </a:ext>
            </a:extLst>
          </p:cNvPr>
          <p:cNvSpPr>
            <a:spLocks xmlns:a="http://schemas.openxmlformats.org/drawingml/2006/main" noGrp="1"/>
          </p:cNvSpPr>
          <p:nvPr>
            <p:ph type="pic" idx="101"/>
          </p:nvPr>
        </p:nvSpPr>
        <p:spPr>
          <a:xfrm xmlns:a="http://schemas.openxmlformats.org/drawingml/2006/main">
            <a:off x="10435620" y="3476901"/>
            <a:ext cx="929788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34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64EA4A58-CB42-4762-8287-8FBAD0F419C7}"/>
              </a:ext>
            </a:extLst>
          </p:cNvPr>
          <p:cNvSpPr>
            <a:spLocks xmlns:a="http://schemas.openxmlformats.org/drawingml/2006/main" noGrp="1"/>
          </p:cNvSpPr>
          <p:nvPr>
            <p:ph type="pic" idx="102"/>
          </p:nvPr>
        </p:nvSpPr>
        <p:spPr>
          <a:xfrm xmlns:a="http://schemas.openxmlformats.org/drawingml/2006/main">
            <a:off x="1050535" y="5001482"/>
            <a:ext cx="929789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35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0B94108C-B523-4D81-8160-4EEDCA05D19F}"/>
              </a:ext>
            </a:extLst>
          </p:cNvPr>
          <p:cNvSpPr>
            <a:spLocks xmlns:a="http://schemas.openxmlformats.org/drawingml/2006/main" noGrp="1"/>
          </p:cNvSpPr>
          <p:nvPr>
            <p:ph type="pic" idx="103"/>
          </p:nvPr>
        </p:nvSpPr>
        <p:spPr>
          <a:xfrm xmlns:a="http://schemas.openxmlformats.org/drawingml/2006/main">
            <a:off x="4178897" y="5001482"/>
            <a:ext cx="929788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36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8A0AA4CE-D667-4E22-8E4B-E33283199B8A}"/>
              </a:ext>
            </a:extLst>
          </p:cNvPr>
          <p:cNvSpPr>
            <a:spLocks xmlns:a="http://schemas.openxmlformats.org/drawingml/2006/main" noGrp="1"/>
          </p:cNvSpPr>
          <p:nvPr>
            <p:ph type="pic" idx="104"/>
          </p:nvPr>
        </p:nvSpPr>
        <p:spPr>
          <a:xfrm xmlns:a="http://schemas.openxmlformats.org/drawingml/2006/main">
            <a:off x="2614716" y="5001482"/>
            <a:ext cx="929789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37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9B73C80F-2017-42CE-B90A-527B3E74B68A}"/>
              </a:ext>
            </a:extLst>
          </p:cNvPr>
          <p:cNvSpPr>
            <a:spLocks xmlns:a="http://schemas.openxmlformats.org/drawingml/2006/main" noGrp="1"/>
          </p:cNvSpPr>
          <p:nvPr>
            <p:ph type="body" idx="105"/>
          </p:nvPr>
        </p:nvSpPr>
        <p:spPr>
          <a:xfrm xmlns:a="http://schemas.openxmlformats.org/drawingml/2006/main">
            <a:off x="2329802" y="5964646"/>
            <a:ext cx="1499616" cy="166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indent="0" algn="ctr">
              <a:spcBef>
                <a:spcPts val="300"/>
              </a:spcBef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171450" marR="0" lvl="0" indent="-17145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None/>
            </a:pPr>
            <a:r>
              <a:t>Click to edit Master text styles</a:t>
            </a:r>
          </a:p>
        </p:txBody>
      </p:sp>
      <p:sp>
        <p:nvSpPr>
          <p:cNvPr id="38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D92A14AF-09A2-4C25-8D64-64E762D8711E}"/>
              </a:ext>
            </a:extLst>
          </p:cNvPr>
          <p:cNvSpPr>
            <a:spLocks xmlns:a="http://schemas.openxmlformats.org/drawingml/2006/main" noGrp="1"/>
          </p:cNvSpPr>
          <p:nvPr>
            <p:ph type="pic" idx="106"/>
          </p:nvPr>
        </p:nvSpPr>
        <p:spPr>
          <a:xfrm xmlns:a="http://schemas.openxmlformats.org/drawingml/2006/main">
            <a:off x="5743077" y="5001482"/>
            <a:ext cx="929788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39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D8067B3C-C1D4-41DF-96DC-760411B6F75B}"/>
              </a:ext>
            </a:extLst>
          </p:cNvPr>
          <p:cNvSpPr>
            <a:spLocks xmlns:a="http://schemas.openxmlformats.org/drawingml/2006/main" noGrp="1"/>
          </p:cNvSpPr>
          <p:nvPr>
            <p:ph type="pic" idx="107"/>
          </p:nvPr>
        </p:nvSpPr>
        <p:spPr>
          <a:xfrm xmlns:a="http://schemas.openxmlformats.org/drawingml/2006/main">
            <a:off x="7307257" y="5001482"/>
            <a:ext cx="929788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40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8FEBDAF6-3565-4039-878D-72010E475DF8}"/>
              </a:ext>
            </a:extLst>
          </p:cNvPr>
          <p:cNvSpPr>
            <a:spLocks xmlns:a="http://schemas.openxmlformats.org/drawingml/2006/main" noGrp="1"/>
          </p:cNvSpPr>
          <p:nvPr>
            <p:ph type="body" idx="108"/>
          </p:nvPr>
        </p:nvSpPr>
        <p:spPr>
          <a:xfrm xmlns:a="http://schemas.openxmlformats.org/drawingml/2006/main">
            <a:off x="765621" y="5964646"/>
            <a:ext cx="1499616" cy="166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marR="0" indent="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0" marR="0" lvl="0" indent="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</a:pPr>
            <a:r>
              <a:t>Click to edit Master text styles</a:t>
            </a:r>
          </a:p>
        </p:txBody>
      </p:sp>
      <p:sp>
        <p:nvSpPr>
          <p:cNvPr id="41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55BC8570-FC5A-4122-9E7C-8C0446AB21FB}"/>
              </a:ext>
            </a:extLst>
          </p:cNvPr>
          <p:cNvSpPr>
            <a:spLocks xmlns:a="http://schemas.openxmlformats.org/drawingml/2006/main" noGrp="1"/>
          </p:cNvSpPr>
          <p:nvPr>
            <p:ph type="body" idx="109"/>
          </p:nvPr>
        </p:nvSpPr>
        <p:spPr>
          <a:xfrm xmlns:a="http://schemas.openxmlformats.org/drawingml/2006/main">
            <a:off x="3893983" y="5964646"/>
            <a:ext cx="1499616" cy="166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indent="0" algn="ctr">
              <a:spcBef>
                <a:spcPts val="300"/>
              </a:spcBef>
              <a:buFont typeface="Arial"/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171450" marR="0" lvl="0" indent="-17145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None/>
            </a:pPr>
            <a:r>
              <a:t>Click to edit Master text styles</a:t>
            </a:r>
          </a:p>
        </p:txBody>
      </p:sp>
      <p:sp>
        <p:nvSpPr>
          <p:cNvPr id="42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716F4F36-6367-4F84-AEB5-408B6729FC60}"/>
              </a:ext>
            </a:extLst>
          </p:cNvPr>
          <p:cNvSpPr>
            <a:spLocks xmlns:a="http://schemas.openxmlformats.org/drawingml/2006/main" noGrp="1"/>
          </p:cNvSpPr>
          <p:nvPr>
            <p:ph type="body" idx="110"/>
          </p:nvPr>
        </p:nvSpPr>
        <p:spPr>
          <a:xfrm xmlns:a="http://schemas.openxmlformats.org/drawingml/2006/main">
            <a:off x="5458164" y="5964646"/>
            <a:ext cx="1499616" cy="166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indent="0" algn="ctr">
              <a:spcBef>
                <a:spcPts val="300"/>
              </a:spcBef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171450" marR="0" lvl="0" indent="-17145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None/>
            </a:pPr>
            <a:r>
              <a:t>Click to edit Master text styles</a:t>
            </a:r>
          </a:p>
        </p:txBody>
      </p:sp>
      <p:sp>
        <p:nvSpPr>
          <p:cNvPr id="43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0F2CF83A-0833-40D7-951D-827D217AC9EC}"/>
              </a:ext>
            </a:extLst>
          </p:cNvPr>
          <p:cNvSpPr>
            <a:spLocks xmlns:a="http://schemas.openxmlformats.org/drawingml/2006/main" noGrp="1"/>
          </p:cNvSpPr>
          <p:nvPr>
            <p:ph type="body" idx="111"/>
          </p:nvPr>
        </p:nvSpPr>
        <p:spPr>
          <a:xfrm xmlns:a="http://schemas.openxmlformats.org/drawingml/2006/main">
            <a:off x="8586526" y="5964647"/>
            <a:ext cx="1499616" cy="1669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indent="0" algn="ctr">
              <a:spcBef>
                <a:spcPts val="300"/>
              </a:spcBef>
              <a:buFont typeface="Arial"/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0" marR="0" lvl="0" indent="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</a:pPr>
            <a:r>
              <a:t>Click to edit Master text styles</a:t>
            </a:r>
          </a:p>
        </p:txBody>
      </p:sp>
      <p:sp>
        <p:nvSpPr>
          <p:cNvPr id="44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4EB01A30-17E1-46B6-B392-93580EBF6C55}"/>
              </a:ext>
            </a:extLst>
          </p:cNvPr>
          <p:cNvSpPr>
            <a:spLocks xmlns:a="http://schemas.openxmlformats.org/drawingml/2006/main" noGrp="1"/>
          </p:cNvSpPr>
          <p:nvPr>
            <p:ph type="body" idx="112"/>
          </p:nvPr>
        </p:nvSpPr>
        <p:spPr>
          <a:xfrm xmlns:a="http://schemas.openxmlformats.org/drawingml/2006/main">
            <a:off x="7022345" y="5964647"/>
            <a:ext cx="1499616" cy="1669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indent="0" algn="ctr">
              <a:spcBef>
                <a:spcPts val="300"/>
              </a:spcBef>
              <a:buFont typeface="Arial"/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0" marR="0" lvl="0" indent="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</a:pPr>
            <a:r>
              <a:t>Click to edit Master text styles</a:t>
            </a:r>
          </a:p>
        </p:txBody>
      </p:sp>
      <p:sp>
        <p:nvSpPr>
          <p:cNvPr id="45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8A09EF4B-E42D-446A-90B7-21593764FD79}"/>
              </a:ext>
            </a:extLst>
          </p:cNvPr>
          <p:cNvSpPr>
            <a:spLocks xmlns:a="http://schemas.openxmlformats.org/drawingml/2006/main" noGrp="1"/>
          </p:cNvSpPr>
          <p:nvPr>
            <p:ph type="body" idx="113"/>
          </p:nvPr>
        </p:nvSpPr>
        <p:spPr>
          <a:xfrm xmlns:a="http://schemas.openxmlformats.org/drawingml/2006/main">
            <a:off x="10150706" y="5964647"/>
            <a:ext cx="1499616" cy="1669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indent="0" algn="ctr">
              <a:spcBef>
                <a:spcPts val="300"/>
              </a:spcBef>
              <a:buFont typeface="Arial"/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0" marR="0" lvl="0" indent="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</a:pPr>
            <a:r>
              <a:t>Click to edit Master text styles</a:t>
            </a:r>
          </a:p>
        </p:txBody>
      </p:sp>
      <p:sp>
        <p:nvSpPr>
          <p:cNvPr id="46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CBD10CE1-0EF2-4420-9087-1B4AEE942F5A}"/>
              </a:ext>
            </a:extLst>
          </p:cNvPr>
          <p:cNvSpPr>
            <a:spLocks xmlns:a="http://schemas.openxmlformats.org/drawingml/2006/main" noGrp="1"/>
          </p:cNvSpPr>
          <p:nvPr>
            <p:ph type="pic" idx="114"/>
          </p:nvPr>
        </p:nvSpPr>
        <p:spPr>
          <a:xfrm xmlns:a="http://schemas.openxmlformats.org/drawingml/2006/main">
            <a:off x="8871437" y="5001482"/>
            <a:ext cx="929788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47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1CA95A8D-CF98-42F6-97C8-D24C98946A22}"/>
              </a:ext>
            </a:extLst>
          </p:cNvPr>
          <p:cNvSpPr>
            <a:spLocks xmlns:a="http://schemas.openxmlformats.org/drawingml/2006/main" noGrp="1"/>
          </p:cNvSpPr>
          <p:nvPr>
            <p:ph type="pic" idx="115"/>
          </p:nvPr>
        </p:nvSpPr>
        <p:spPr>
          <a:xfrm xmlns:a="http://schemas.openxmlformats.org/drawingml/2006/main">
            <a:off x="10435620" y="5001482"/>
            <a:ext cx="929788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</p:spTree>
  </p:cSld>
</p:sldLayout>
</file>

<file path=ppt/slideLayouts/slideLayout43.xml><?xml version="1.0" encoding="utf-8"?>
<p:sldLayout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43CCE3C-529C-49B4-A97B-0D547B28CD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6C91FA49-12C8-4DBA-AE2C-0C5643B9D9AD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5D60D9-5372-5F40-9443-0F9AE5BDC3C8}" type="slidenum">
              <a:t>‹#›</a:t>
            </a:fld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7D1D9B9F-A342-4210-B0DC-EDDEB3A2C36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Copyright © 2022, Oracle and/or its affiliates | Confidential: Internal/Restricted/Highly Restricted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F6F638A-5EDD-4938-9DD0-A80E319DB038}"/>
              </a:ext>
            </a:extLst>
          </p:cNvPr>
          <p:cNvSpPr>
            <a:spLocks xmlns:a="http://schemas.openxmlformats.org/drawingml/2006/main" noGrp="1"/>
          </p:cNvSpPr>
          <p:nvPr>
            <p:ph type="dt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[Date]</a:t>
            </a:r>
          </a:p>
        </p:txBody>
      </p:sp>
      <p:pic>
        <p:nvPicPr>
          <p:cNvPr id="11" name="Graphic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f98094b332440e">
            <a:extLst>
              <a:ext uri="{96DAC541-7B7A-43D3-8B79-37D633B846F1}">
                <asvg:svgBlip xmlns:asvg="http://schemas.microsoft.com/office/drawing/2016/SVG/main" r:embed="R323e85f542014d1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329991"/>
            <a:ext cx="12192000" cy="1283368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emf" Id="R1e7f7c4cb21542cb" /><Relationship Type="http://schemas.openxmlformats.org/officeDocument/2006/relationships/theme" Target="/ppt/slideMasters/theme/theme2.xml" Id="Rcfb31d43f04a4b0a" /><Relationship Type="http://schemas.openxmlformats.org/officeDocument/2006/relationships/slideLayout" Target="/ppt/slideLayouts/slideLayout1.xml" Id="R143010da9f134b07" /><Relationship Type="http://schemas.openxmlformats.org/officeDocument/2006/relationships/slideLayout" Target="/ppt/slideLayouts/slideLayout2.xml" Id="R43f8000cdbe94688" /><Relationship Type="http://schemas.openxmlformats.org/officeDocument/2006/relationships/slideLayout" Target="/ppt/slideLayouts/slideLayout3.xml" Id="R8ea95da5b1964ae6" /><Relationship Type="http://schemas.openxmlformats.org/officeDocument/2006/relationships/slideLayout" Target="/ppt/slideLayouts/slideLayout4.xml" Id="R29c88fee2e3b485b" /><Relationship Type="http://schemas.openxmlformats.org/officeDocument/2006/relationships/slideLayout" Target="/ppt/slideLayouts/slideLayout5.xml" Id="Rd43787bd109e41c6" /><Relationship Type="http://schemas.openxmlformats.org/officeDocument/2006/relationships/slideLayout" Target="/ppt/slideLayouts/slideLayout6.xml" Id="Re0116edb3d2d426a" /><Relationship Type="http://schemas.openxmlformats.org/officeDocument/2006/relationships/slideLayout" Target="/ppt/slideLayouts/slideLayout7.xml" Id="Rc8c9341371ca4c23" /><Relationship Type="http://schemas.openxmlformats.org/officeDocument/2006/relationships/slideLayout" Target="/ppt/slideLayouts/slideLayout8.xml" Id="Raa6ad8026e8d4199" /><Relationship Type="http://schemas.openxmlformats.org/officeDocument/2006/relationships/slideLayout" Target="/ppt/slideLayouts/slideLayout9.xml" Id="R367680153791454a" /><Relationship Type="http://schemas.openxmlformats.org/officeDocument/2006/relationships/slideLayout" Target="/ppt/slideLayouts/slideLayout10.xml" Id="R3bd16d012c3a4f18" /><Relationship Type="http://schemas.openxmlformats.org/officeDocument/2006/relationships/slideLayout" Target="/ppt/slideLayouts/slideLayout11.xml" Id="R3f9e046359e449a5" /><Relationship Type="http://schemas.openxmlformats.org/officeDocument/2006/relationships/slideLayout" Target="/ppt/slideLayouts/slideLayout12.xml" Id="Rf096c5fc37954195" /><Relationship Type="http://schemas.openxmlformats.org/officeDocument/2006/relationships/slideLayout" Target="/ppt/slideLayouts/slideLayout13.xml" Id="R87c01d200994490e" /><Relationship Type="http://schemas.openxmlformats.org/officeDocument/2006/relationships/slideLayout" Target="/ppt/slideLayouts/slideLayout14.xml" Id="Rb8446b8ed6e94b22" /><Relationship Type="http://schemas.openxmlformats.org/officeDocument/2006/relationships/slideLayout" Target="/ppt/slideLayouts/slideLayout15.xml" Id="R732ce1dd1b6b4c2b" /><Relationship Type="http://schemas.openxmlformats.org/officeDocument/2006/relationships/slideLayout" Target="/ppt/slideLayouts/slideLayout16.xml" Id="R217d3ad9f2924809" /><Relationship Type="http://schemas.openxmlformats.org/officeDocument/2006/relationships/slideLayout" Target="/ppt/slideLayouts/slideLayout17.xml" Id="R4aaa3792e1f94b1b" /><Relationship Type="http://schemas.openxmlformats.org/officeDocument/2006/relationships/slideLayout" Target="/ppt/slideLayouts/slideLayout18.xml" Id="Rd0f7ca1698434e2e" /><Relationship Type="http://schemas.openxmlformats.org/officeDocument/2006/relationships/slideLayout" Target="/ppt/slideLayouts/slideLayout19.xml" Id="Rd6466b3a7240452e" /><Relationship Type="http://schemas.openxmlformats.org/officeDocument/2006/relationships/slideLayout" Target="/ppt/slideLayouts/slideLayout20.xml" Id="Rdd68c4ca87524bca" /><Relationship Type="http://schemas.openxmlformats.org/officeDocument/2006/relationships/slideLayout" Target="/ppt/slideLayouts/slideLayout21.xml" Id="R083c10b6c6c141e7" /><Relationship Type="http://schemas.openxmlformats.org/officeDocument/2006/relationships/slideLayout" Target="/ppt/slideLayouts/slideLayout22.xml" Id="Rcfa4b7a82dcd494c" /><Relationship Type="http://schemas.openxmlformats.org/officeDocument/2006/relationships/slideLayout" Target="/ppt/slideLayouts/slideLayout23.xml" Id="Rda43305bcd304305" /><Relationship Type="http://schemas.openxmlformats.org/officeDocument/2006/relationships/slideLayout" Target="/ppt/slideLayouts/slideLayout24.xml" Id="R3b3e354f04fe451b" /><Relationship Type="http://schemas.openxmlformats.org/officeDocument/2006/relationships/slideLayout" Target="/ppt/slideLayouts/slideLayout25.xml" Id="R4d664cbfb9924813" /><Relationship Type="http://schemas.openxmlformats.org/officeDocument/2006/relationships/slideLayout" Target="/ppt/slideLayouts/slideLayout26.xml" Id="R1cce62edae0d4fd9" /><Relationship Type="http://schemas.openxmlformats.org/officeDocument/2006/relationships/slideLayout" Target="/ppt/slideLayouts/slideLayout27.xml" Id="Rc0e96820e8164a43" /><Relationship Type="http://schemas.openxmlformats.org/officeDocument/2006/relationships/slideLayout" Target="/ppt/slideLayouts/slideLayout28.xml" Id="R21f721afe6504c9f" /><Relationship Type="http://schemas.openxmlformats.org/officeDocument/2006/relationships/slideLayout" Target="/ppt/slideLayouts/slideLayout29.xml" Id="Rc8b48070e3fd4136" /><Relationship Type="http://schemas.openxmlformats.org/officeDocument/2006/relationships/slideLayout" Target="/ppt/slideLayouts/slideLayout30.xml" Id="Rf4c4953607d649d7" /><Relationship Type="http://schemas.openxmlformats.org/officeDocument/2006/relationships/slideLayout" Target="/ppt/slideLayouts/slideLayout31.xml" Id="R88f4e7a6f18641f9" /><Relationship Type="http://schemas.openxmlformats.org/officeDocument/2006/relationships/slideLayout" Target="/ppt/slideLayouts/slideLayout32.xml" Id="R14d6de3f2fa648e6" /><Relationship Type="http://schemas.openxmlformats.org/officeDocument/2006/relationships/slideLayout" Target="/ppt/slideLayouts/slideLayout33.xml" Id="R37f7716c74d64765" /><Relationship Type="http://schemas.openxmlformats.org/officeDocument/2006/relationships/slideLayout" Target="/ppt/slideLayouts/slideLayout34.xml" Id="R7a55d32c3cad4dde" /><Relationship Type="http://schemas.openxmlformats.org/officeDocument/2006/relationships/slideLayout" Target="/ppt/slideLayouts/slideLayout35.xml" Id="Rd89b4dc080284e93" /><Relationship Type="http://schemas.openxmlformats.org/officeDocument/2006/relationships/slideLayout" Target="/ppt/slideLayouts/slideLayout36.xml" Id="R7d702b7dec9345e3" /><Relationship Type="http://schemas.openxmlformats.org/officeDocument/2006/relationships/slideLayout" Target="/ppt/slideLayouts/slideLayout37.xml" Id="R5fb38fc434c149a7" /><Relationship Type="http://schemas.openxmlformats.org/officeDocument/2006/relationships/slideLayout" Target="/ppt/slideLayouts/slideLayout38.xml" Id="Rb227f64ca6404021" /><Relationship Type="http://schemas.openxmlformats.org/officeDocument/2006/relationships/slideLayout" Target="/ppt/slideLayouts/slideLayout39.xml" Id="R112793998c41440e" /><Relationship Type="http://schemas.openxmlformats.org/officeDocument/2006/relationships/slideLayout" Target="/ppt/slideLayouts/slideLayout40.xml" Id="R6ef4fde94e82454a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image" Target="/ppt/media/image.emf" Id="R8762a3789156423a" /><Relationship Type="http://schemas.openxmlformats.org/officeDocument/2006/relationships/theme" Target="/ppt/slideMasters/theme/theme3.xml" Id="R0acd066e53814ef9" /><Relationship Type="http://schemas.openxmlformats.org/officeDocument/2006/relationships/slideLayout" Target="/ppt/slideLayouts/slideLayout41.xml" Id="Rfd332ff4d31a4908" /><Relationship Type="http://schemas.openxmlformats.org/officeDocument/2006/relationships/slideLayout" Target="/ppt/slideLayouts/slideLayout42.xml" Id="R633044c5f0414adc" /><Relationship Type="http://schemas.openxmlformats.org/officeDocument/2006/relationships/slideLayout" Target="/ppt/slideLayouts/slideLayout43.xml" Id="R3d581f99f0cb456a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OTa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7f7c4cb21542c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83112" y="6355080"/>
            <a:ext cx="502920" cy="502920"/>
          </a:xfrm>
          <a:prstGeom xmlns:a="http://schemas.openxmlformats.org/drawingml/2006/main" prst="rect">
            <a:avLst/>
          </a:prstGeom>
        </p:spPr>
      </p:pic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A70F255-3C2A-4AC7-8935-184146E3B6D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68875" y="182403"/>
            <a:ext cx="10671048" cy="8229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marL="0" lvl="0" indent="0">
              <a:spcBef>
                <a:spcPts val="1000"/>
              </a:spcBef>
              <a:buFont typeface="Arial"/>
              <a:buNone/>
            </a:pPr>
            <a:r>
              <a:t>Title</a:t>
            </a:r>
          </a:p>
        </p:txBody>
      </p:sp>
      <p:sp>
        <p:nvSpPr>
          <p:cNvPr id="4" name="Text Field">
            <a:extLst xmlns:a="http://schemas.openxmlformats.org/drawingml/2006/main">
              <a:ext uri="{FF2B5EF4-FFF2-40B4-BE49-F238E27FC236}">
                <a16:creationId xmlns:a16="http://schemas.microsoft.com/office/drawing/2014/main" id="{E46619B6-A626-4CDA-96E2-B94F4637C62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68875" y="1600200"/>
            <a:ext cx="10671048" cy="4514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7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08A3F6CD-49F4-D74B-8C7F-D6CA71EFB13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762000" y="6423660"/>
            <a:ext cx="36576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algn="l">
              <a:buNone/>
              <a:defRPr sz="900">
                <a:solidFill>
                  <a:srgbClr val="8B8580"/>
                </a:solidFill>
              </a:defRPr>
            </a:lvl1pPr>
          </a:lstStyle>
          <a:p xmlns:a="http://schemas.openxmlformats.org/drawingml/2006/main">
            <a:fld id="{345D60D9-5372-5F40-9443-0F9AE5BDC3C8}" type="slidenum">
              <a:t>‹#›</a:t>
            </a:fld>
          </a:p>
        </p:txBody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8E003242-6B91-1949-A5CA-15BA57A045C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127759" y="6423978"/>
            <a:ext cx="2478001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algn="l">
              <a:buNone/>
              <a:defRPr sz="900">
                <a:solidFill>
                  <a:srgbClr val="8B8580"/>
                </a:solidFill>
              </a:defRPr>
            </a:lvl1pPr>
          </a:lstStyle>
          <a:p xmlns:a="http://schemas.openxmlformats.org/drawingml/2006/main">
            <a:r>
              <a:t>Copyright © 2022, Oracle and/or its affiliates  |</a:t>
            </a:r>
          </a:p>
        </p:txBody>
      </p:sp>
      <p:sp>
        <p:nvSpPr>
          <p:cNvPr id="20" name="Date">
            <a:extLst xmlns:a="http://schemas.openxmlformats.org/drawingml/2006/main">
              <a:ext uri="{FF2B5EF4-FFF2-40B4-BE49-F238E27FC236}">
                <a16:creationId xmlns:a16="http://schemas.microsoft.com/office/drawing/2014/main" id="{65BA88F5-EF53-415B-8446-19188BE675D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605760" y="6425604"/>
            <a:ext cx="2743200" cy="3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>
              <a:buNone/>
              <a:defRPr sz="900">
                <a:solidFill>
                  <a:srgbClr val="8B8580"/>
                </a:solidFill>
              </a:defRPr>
            </a:lvl1pPr>
          </a:lstStyle>
          <a:p xmlns:a="http://schemas.openxmlformats.org/drawingml/2006/main">
            <a:fld id="{82BDA199-1C6F-4B76-931E-007EAA6F75F8}" type="datetime1">
              <a:t>4/26/2024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43010da9f134b07"/>
    <p:sldLayoutId xmlns:r="http://schemas.openxmlformats.org/officeDocument/2006/relationships" id="2147483650" r:id="R43f8000cdbe94688"/>
    <p:sldLayoutId xmlns:r="http://schemas.openxmlformats.org/officeDocument/2006/relationships" id="2147483651" r:id="R8ea95da5b1964ae6"/>
    <p:sldLayoutId xmlns:r="http://schemas.openxmlformats.org/officeDocument/2006/relationships" id="2147483652" r:id="R29c88fee2e3b485b"/>
    <p:sldLayoutId xmlns:r="http://schemas.openxmlformats.org/officeDocument/2006/relationships" id="2147483653" r:id="Rd43787bd109e41c6"/>
    <p:sldLayoutId xmlns:r="http://schemas.openxmlformats.org/officeDocument/2006/relationships" id="2147483654" r:id="Re0116edb3d2d426a"/>
    <p:sldLayoutId xmlns:r="http://schemas.openxmlformats.org/officeDocument/2006/relationships" id="2147483655" r:id="Rc8c9341371ca4c23"/>
    <p:sldLayoutId xmlns:r="http://schemas.openxmlformats.org/officeDocument/2006/relationships" id="2147483656" r:id="Raa6ad8026e8d4199"/>
    <p:sldLayoutId xmlns:r="http://schemas.openxmlformats.org/officeDocument/2006/relationships" id="2147483657" r:id="R367680153791454a"/>
    <p:sldLayoutId xmlns:r="http://schemas.openxmlformats.org/officeDocument/2006/relationships" id="2147483658" r:id="R3bd16d012c3a4f18"/>
    <p:sldLayoutId xmlns:r="http://schemas.openxmlformats.org/officeDocument/2006/relationships" id="2147483659" r:id="R3f9e046359e449a5"/>
    <p:sldLayoutId xmlns:r="http://schemas.openxmlformats.org/officeDocument/2006/relationships" id="2147483660" r:id="Rf096c5fc37954195"/>
    <p:sldLayoutId xmlns:r="http://schemas.openxmlformats.org/officeDocument/2006/relationships" id="2147483661" r:id="R87c01d200994490e"/>
    <p:sldLayoutId xmlns:r="http://schemas.openxmlformats.org/officeDocument/2006/relationships" id="2147483662" r:id="Rb8446b8ed6e94b22"/>
    <p:sldLayoutId xmlns:r="http://schemas.openxmlformats.org/officeDocument/2006/relationships" id="2147483663" r:id="R732ce1dd1b6b4c2b"/>
    <p:sldLayoutId xmlns:r="http://schemas.openxmlformats.org/officeDocument/2006/relationships" id="2147483664" r:id="R217d3ad9f2924809"/>
    <p:sldLayoutId xmlns:r="http://schemas.openxmlformats.org/officeDocument/2006/relationships" id="2147483665" r:id="R4aaa3792e1f94b1b"/>
    <p:sldLayoutId xmlns:r="http://schemas.openxmlformats.org/officeDocument/2006/relationships" id="2147483666" r:id="Rd0f7ca1698434e2e"/>
    <p:sldLayoutId xmlns:r="http://schemas.openxmlformats.org/officeDocument/2006/relationships" id="2147483667" r:id="Rd6466b3a7240452e"/>
    <p:sldLayoutId xmlns:r="http://schemas.openxmlformats.org/officeDocument/2006/relationships" id="2147483668" r:id="Rdd68c4ca87524bca"/>
    <p:sldLayoutId xmlns:r="http://schemas.openxmlformats.org/officeDocument/2006/relationships" id="2147483669" r:id="R083c10b6c6c141e7"/>
    <p:sldLayoutId xmlns:r="http://schemas.openxmlformats.org/officeDocument/2006/relationships" id="2147483670" r:id="Rcfa4b7a82dcd494c"/>
    <p:sldLayoutId xmlns:r="http://schemas.openxmlformats.org/officeDocument/2006/relationships" id="2147483671" r:id="Rda43305bcd304305"/>
    <p:sldLayoutId xmlns:r="http://schemas.openxmlformats.org/officeDocument/2006/relationships" id="2147483672" r:id="R3b3e354f04fe451b"/>
    <p:sldLayoutId xmlns:r="http://schemas.openxmlformats.org/officeDocument/2006/relationships" id="2147483673" r:id="R4d664cbfb9924813"/>
    <p:sldLayoutId xmlns:r="http://schemas.openxmlformats.org/officeDocument/2006/relationships" id="2147483674" r:id="R1cce62edae0d4fd9"/>
    <p:sldLayoutId xmlns:r="http://schemas.openxmlformats.org/officeDocument/2006/relationships" id="2147483675" r:id="Rc0e96820e8164a43"/>
    <p:sldLayoutId xmlns:r="http://schemas.openxmlformats.org/officeDocument/2006/relationships" id="2147483676" r:id="R21f721afe6504c9f"/>
    <p:sldLayoutId xmlns:r="http://schemas.openxmlformats.org/officeDocument/2006/relationships" id="2147483677" r:id="Rc8b48070e3fd4136"/>
    <p:sldLayoutId xmlns:r="http://schemas.openxmlformats.org/officeDocument/2006/relationships" id="2147483678" r:id="Rf4c4953607d649d7"/>
    <p:sldLayoutId xmlns:r="http://schemas.openxmlformats.org/officeDocument/2006/relationships" id="2147483679" r:id="R88f4e7a6f18641f9"/>
    <p:sldLayoutId xmlns:r="http://schemas.openxmlformats.org/officeDocument/2006/relationships" id="2147483680" r:id="R14d6de3f2fa648e6"/>
    <p:sldLayoutId xmlns:r="http://schemas.openxmlformats.org/officeDocument/2006/relationships" id="2147483681" r:id="R37f7716c74d64765"/>
    <p:sldLayoutId xmlns:r="http://schemas.openxmlformats.org/officeDocument/2006/relationships" id="2147483682" r:id="R7a55d32c3cad4dde"/>
    <p:sldLayoutId xmlns:r="http://schemas.openxmlformats.org/officeDocument/2006/relationships" id="2147483683" r:id="Rd89b4dc080284e93"/>
    <p:sldLayoutId xmlns:r="http://schemas.openxmlformats.org/officeDocument/2006/relationships" id="2147483684" r:id="R7d702b7dec9345e3"/>
    <p:sldLayoutId xmlns:r="http://schemas.openxmlformats.org/officeDocument/2006/relationships" id="2147483685" r:id="R5fb38fc434c149a7"/>
    <p:sldLayoutId xmlns:r="http://schemas.openxmlformats.org/officeDocument/2006/relationships" id="2147483686" r:id="Rb227f64ca6404021"/>
    <p:sldLayoutId xmlns:r="http://schemas.openxmlformats.org/officeDocument/2006/relationships" id="2147483687" r:id="R112793998c41440e"/>
    <p:sldLayoutId xmlns:r="http://schemas.openxmlformats.org/officeDocument/2006/relationships" id="2147483688" r:id="R6ef4fde94e82454a"/>
  </p:sldLayoutIdLst>
  <p:hf hdr="0"/>
  <p:txStyles>
    <p:titleStyle>
      <a:lvl1pPr xmlns:a="http://schemas.openxmlformats.org/drawingml/2006/main" algn="l" defTabSz="914400">
        <a:lnSpc>
          <a:spcPct val="95000"/>
        </a:lnSpc>
        <a:spcBef>
          <a:spcPct val="0"/>
        </a:spcBef>
        <a:buNone/>
        <a:defRPr sz="2400" b="1" i="0" kern="1200" baseline="0">
          <a:solidFill>
            <a:schemeClr val="tx1"/>
          </a:solidFill>
          <a:latin typeface="+mn-lt"/>
          <a:ea typeface="+mn-lt"/>
          <a:cs typeface="+mn-lt"/>
        </a:defRPr>
      </a:lvl1pPr>
    </p:titleStyle>
    <p:bodyStyle>
      <a:lvl1pPr xmlns:a="http://schemas.openxmlformats.org/drawingml/2006/main" marL="0" marR="0" indent="0" algn="l" defTabSz="914400">
        <a:lnSpc>
          <a:spcPct val="95000"/>
        </a:lnSpc>
        <a:spcBef>
          <a:spcPts val="600"/>
        </a:spcBef>
        <a:spcAft>
          <a:spcPts val="0"/>
        </a:spcAft>
        <a:buClrTx/>
        <a:buSzTx/>
        <a:buFont typeface="System Font Regular"/>
        <a:buNone/>
        <a:defRPr sz="1800" b="0" i="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65760" marR="0" indent="-182880" algn="l" defTabSz="914400">
        <a:lnSpc>
          <a:spcPct val="95000"/>
        </a:lnSpc>
        <a:spcBef>
          <a:spcPts val="600"/>
        </a:spcBef>
        <a:spcAft>
          <a:spcPts val="0"/>
        </a:spcAft>
        <a:buClrTx/>
        <a:buSzPct val="100000"/>
        <a:buFont typeface="Arial"/>
        <a:buChar char="•"/>
        <a:defRPr sz="1800" b="0" i="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547688" marR="0" indent="-182563" algn="l" defTabSz="914400">
        <a:lnSpc>
          <a:spcPct val="95000"/>
        </a:lnSpc>
        <a:spcBef>
          <a:spcPts val="400"/>
        </a:spcBef>
        <a:spcAft>
          <a:spcPts val="0"/>
        </a:spcAft>
        <a:buClrTx/>
        <a:buSzPct val="100000"/>
        <a:buFont typeface="Arial"/>
        <a:buChar char="•"/>
        <a:defRPr sz="1600" kern="1200">
          <a:solidFill>
            <a:schemeClr val="tx1"/>
          </a:solidFill>
          <a:latin typeface="Oracle Sans Tab Light"/>
          <a:ea typeface="Oracle Sans Tab Light"/>
          <a:cs typeface="Oracle Sans Tab Light"/>
        </a:defRPr>
      </a:lvl3pPr>
      <a:lvl4pPr xmlns:a="http://schemas.openxmlformats.org/drawingml/2006/main" marL="730250" marR="0" indent="-182563" algn="l" defTabSz="914400">
        <a:lnSpc>
          <a:spcPct val="95000"/>
        </a:lnSpc>
        <a:spcBef>
          <a:spcPts val="400"/>
        </a:spcBef>
        <a:spcAft>
          <a:spcPts val="0"/>
        </a:spcAft>
        <a:buClrTx/>
        <a:buSzPct val="100000"/>
        <a:buFont typeface="Arial"/>
        <a:buChar char="•"/>
        <a:defRPr sz="1400" kern="1200">
          <a:solidFill>
            <a:schemeClr val="tx1"/>
          </a:solidFill>
          <a:latin typeface="Oracle Sans Tab Light"/>
          <a:ea typeface="Oracle Sans Tab Light"/>
          <a:cs typeface="Oracle Sans Tab Light"/>
        </a:defRPr>
      </a:lvl4pPr>
      <a:lvl5pPr xmlns:a="http://schemas.openxmlformats.org/drawingml/2006/main" marL="914400" marR="0" indent="-182880" algn="l" defTabSz="914400">
        <a:lnSpc>
          <a:spcPct val="95000"/>
        </a:lnSpc>
        <a:spcBef>
          <a:spcPts val="400"/>
        </a:spcBef>
        <a:spcAft>
          <a:spcPts val="0"/>
        </a:spcAft>
        <a:buClrTx/>
        <a:buSzTx/>
        <a:buFont typeface="System Font Regular"/>
        <a:buChar char="•"/>
        <a:defRPr sz="1200" kern="1200">
          <a:solidFill>
            <a:schemeClr val="tx1"/>
          </a:solidFill>
          <a:latin typeface="Oracle Sans Tab Light"/>
          <a:ea typeface="Oracle Sans Tab Light"/>
          <a:cs typeface="Oracle Sans Tab Light"/>
        </a:defRPr>
      </a:lvl5pPr>
      <a:lvl6pPr xmlns:a="http://schemas.openxmlformats.org/drawingml/2006/main" marL="1097280" indent="-182880" algn="l" defTabSz="914400">
        <a:lnSpc>
          <a:spcPct val="95000"/>
        </a:lnSpc>
        <a:spcBef>
          <a:spcPts val="400"/>
        </a:spcBef>
        <a:spcAft>
          <a:spcPts val="0"/>
        </a:spcAft>
        <a:buSzPct val="100000"/>
        <a:buFont typeface="Arial"/>
        <a:buChar char="•"/>
        <a:defRPr sz="1200" b="0" i="0" kern="1200">
          <a:solidFill>
            <a:schemeClr val="tx1"/>
          </a:solidFill>
          <a:latin typeface="Oracle Sans Light"/>
          <a:ea typeface="Oracle Sans Light"/>
          <a:cs typeface="Oracle Sans Light"/>
        </a:defRPr>
      </a:lvl6pPr>
      <a:lvl7pPr xmlns:a="http://schemas.openxmlformats.org/drawingml/2006/main" marL="1280160" indent="-182880" algn="l" defTabSz="914400">
        <a:lnSpc>
          <a:spcPct val="95000"/>
        </a:lnSpc>
        <a:spcBef>
          <a:spcPts val="400"/>
        </a:spcBef>
        <a:spcAft>
          <a:spcPts val="0"/>
        </a:spcAft>
        <a:buFont typeface="Arial"/>
        <a:buChar char="•"/>
        <a:defRPr sz="1200" b="0" i="0" kern="1200">
          <a:solidFill>
            <a:schemeClr val="tx1"/>
          </a:solidFill>
          <a:latin typeface="Oracle Sans Light"/>
          <a:ea typeface="Oracle Sans Light"/>
          <a:cs typeface="Oracle Sans Ligh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xmlns:a="http://schemas.openxmlformats.org/drawingml/2006/main" val="F26B43"/>
          </p15:clr>
        </p15:guide>
        <p15:guide id="2" pos="3840">
          <p15:clr>
            <a:srgbClr xmlns:a="http://schemas.openxmlformats.org/drawingml/2006/main" val="F26B43"/>
          </p15:clr>
        </p15:guide>
        <p15:guide id="3" orient="horz" pos="1008">
          <p15:clr>
            <a:srgbClr xmlns:a="http://schemas.openxmlformats.org/drawingml/2006/main" val="F26B43"/>
          </p15:clr>
        </p15:guide>
        <p15:guide id="4" orient="horz" pos="3852">
          <p15:clr>
            <a:srgbClr xmlns:a="http://schemas.openxmlformats.org/drawingml/2006/main" val="F26B43"/>
          </p15:clr>
        </p15:guide>
        <p15:guide id="5" pos="480">
          <p15:clr>
            <a:srgbClr xmlns:a="http://schemas.openxmlformats.org/drawingml/2006/main" val="F26B43"/>
          </p15:clr>
        </p15:guide>
        <p15:guide id="6" orient="horz" pos="795">
          <p15:clr>
            <a:srgbClr xmlns:a="http://schemas.openxmlformats.org/drawingml/2006/main" val="F26B43"/>
          </p15:clr>
        </p15:guide>
        <p15:guide id="7" orient="horz" pos="590">
          <p15:clr>
            <a:srgbClr xmlns:a="http://schemas.openxmlformats.org/drawingml/2006/main" val="F26B43"/>
          </p15:clr>
        </p15:guide>
        <p15:guide id="8" pos="7212">
          <p15:clr>
            <a:srgbClr xmlns:a="http://schemas.openxmlformats.org/drawingml/2006/main" val="F26B43"/>
          </p15:clr>
        </p15:guide>
      </p15:sldGuideLst>
    </p:ext>
  </p:extLst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OTa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62a3789156423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83112" y="6355080"/>
            <a:ext cx="502920" cy="502920"/>
          </a:xfrm>
          <a:prstGeom xmlns:a="http://schemas.openxmlformats.org/drawingml/2006/main" prst="rect">
            <a:avLst/>
          </a:prstGeom>
        </p:spPr>
      </p:pic>
      <p:sp>
        <p:nvSpPr>
          <p:cNvPr id="14" name="Title">
            <a:extLst xmlns:a="http://schemas.openxmlformats.org/drawingml/2006/main">
              <a:ext uri="{FF2B5EF4-FFF2-40B4-BE49-F238E27FC236}">
                <a16:creationId xmlns:a16="http://schemas.microsoft.com/office/drawing/2014/main" id="{F0C18C47-A1DD-4F43-A8AB-F2F5DF4E80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68875" y="182403"/>
            <a:ext cx="10671048" cy="8229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marL="0" lvl="0" indent="0">
              <a:spcBef>
                <a:spcPts val="1000"/>
              </a:spcBef>
              <a:buFont typeface="Arial"/>
              <a:buNone/>
            </a:pPr>
            <a:r>
              <a:t>Title</a:t>
            </a:r>
          </a:p>
        </p:txBody>
      </p:sp>
      <p:sp>
        <p:nvSpPr>
          <p:cNvPr id="16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9076D7C5-C8B8-4657-AE43-B155E4B7D91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762000" y="6423660"/>
            <a:ext cx="36576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algn="l">
              <a:buNone/>
              <a:defRPr sz="900">
                <a:solidFill>
                  <a:srgbClr val="8B8580"/>
                </a:solidFill>
              </a:defRPr>
            </a:lvl1pPr>
          </a:lstStyle>
          <a:p xmlns:a="http://schemas.openxmlformats.org/drawingml/2006/main">
            <a:fld id="{345D60D9-5372-5F40-9443-0F9AE5BDC3C8}" type="slidenum">
              <a:t>‹#›</a:t>
            </a:fld>
          </a:p>
        </p:txBody>
      </p:sp>
      <p:sp>
        <p:nvSpPr>
          <p:cNvPr id="17" name="Footer">
            <a:extLst xmlns:a="http://schemas.openxmlformats.org/drawingml/2006/main">
              <a:ext uri="{FF2B5EF4-FFF2-40B4-BE49-F238E27FC236}">
                <a16:creationId xmlns:a16="http://schemas.microsoft.com/office/drawing/2014/main" id="{F2052439-E85C-4DBE-8D4D-C9AFB878E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127759" y="6423978"/>
            <a:ext cx="574537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algn="l">
              <a:buNone/>
              <a:defRPr sz="900">
                <a:solidFill>
                  <a:srgbClr val="8B8580"/>
                </a:solidFill>
              </a:defRPr>
            </a:lvl1pPr>
          </a:lstStyle>
          <a:p xmlns:a="http://schemas.openxmlformats.org/drawingml/2006/main">
            <a:r>
              <a:t>Copyright © 2022, Oracle and/or its affiliates | Confidential: Internal/Restricted/Highly Restricted</a:t>
            </a:r>
          </a:p>
        </p:txBody>
      </p:sp>
      <p:sp>
        <p:nvSpPr>
          <p:cNvPr id="18" name="Date">
            <a:extLst xmlns:a="http://schemas.openxmlformats.org/drawingml/2006/main">
              <a:ext uri="{FF2B5EF4-FFF2-40B4-BE49-F238E27FC236}">
                <a16:creationId xmlns:a16="http://schemas.microsoft.com/office/drawing/2014/main" id="{6CD721F1-A990-40E0-BF29-052370E467C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873138" y="6425604"/>
            <a:ext cx="2743200" cy="3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>
              <a:buNone/>
              <a:defRPr sz="900">
                <a:solidFill>
                  <a:srgbClr val="8B8580"/>
                </a:solidFill>
              </a:defRPr>
            </a:lvl1pPr>
          </a:lstStyle>
          <a:p xmlns:a="http://schemas.openxmlformats.org/drawingml/2006/main">
            <a:r>
              <a:t>[Date]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90" r:id="Rfd332ff4d31a4908"/>
    <p:sldLayoutId xmlns:r="http://schemas.openxmlformats.org/officeDocument/2006/relationships" id="2147483691" r:id="R633044c5f0414adc"/>
    <p:sldLayoutId xmlns:r="http://schemas.openxmlformats.org/officeDocument/2006/relationships" id="2147483692" r:id="R3d581f99f0cb456a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Oracle Sans Tab"/>
          <a:ea typeface="Oracle Sans Tab"/>
          <a:cs typeface="Oracle Sans Tab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racle-Redwood">
  <a:themeElements>
    <a:clrScheme name="OCI Diagram Theme">
      <a:dk1>
        <a:srgbClr val="312D2A"/>
      </a:dk1>
      <a:lt1>
        <a:srgbClr val="FCFBFA"/>
      </a:lt1>
      <a:dk2>
        <a:srgbClr val="312D2A"/>
      </a:dk2>
      <a:lt2>
        <a:srgbClr val="F5F4F2"/>
      </a:lt2>
      <a:accent1>
        <a:srgbClr val="C74634"/>
      </a:accent1>
      <a:accent2>
        <a:srgbClr val="DFDCD8"/>
      </a:accent2>
      <a:accent3>
        <a:srgbClr val="9E9892"/>
      </a:accent3>
      <a:accent4>
        <a:srgbClr val="70736E"/>
      </a:accent4>
      <a:accent5>
        <a:srgbClr val="AE562C"/>
      </a:accent5>
      <a:accent6>
        <a:srgbClr val="759C6C"/>
      </a:accent6>
      <a:hlink>
        <a:srgbClr val="00688C"/>
      </a:hlink>
      <a:folHlink>
        <a:srgbClr val="00688C"/>
      </a:folHlink>
    </a:clrScheme>
    <a:fontScheme name="Oracle Sans Tabular">
      <a:majorFont>
        <a:latin typeface="Georgia"/>
        <a:ea typeface=""/>
        <a:cs typeface=""/>
      </a:majorFont>
      <a:minorFont>
        <a:latin typeface="Oracle Sans Tab"/>
        <a:ea typeface=""/>
        <a:cs typeface=""/>
      </a:minorFont>
    </a:fontScheme>
    <a:fmtScheme name="OCI Diagram Theme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65000"/>
          </a:schemeClr>
        </a:solidFill>
      </a:fillStyleLst>
      <a:lnStyleLst>
        <a:ln w="3175">
          <a:solidFill>
            <a:schemeClr val="phClr">
              <a:shade val="65000"/>
            </a:schemeClr>
          </a:solidFill>
          <a:prstDash val="solid"/>
        </a:ln>
        <a:ln w="3175">
          <a:solidFill>
            <a:schemeClr val="phClr"/>
          </a:solidFill>
          <a:prstDash val="solid"/>
        </a:ln>
        <a:ln w="0">
          <a:noFill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918acc10284ff2" /><Relationship Type="http://schemas.openxmlformats.org/officeDocument/2006/relationships/notesSlide" Target="/ppt/notesSlides/notesSlide1.xml" Id="R4c2666535d71463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777b2903f1374cbd" /><Relationship Type="http://schemas.openxmlformats.org/officeDocument/2006/relationships/image" Target="/ppt/media/image3.svg" Id="Re4df738e1df640e7" /><Relationship Type="http://schemas.openxmlformats.org/officeDocument/2006/relationships/image" Target="/ppt/media/image3.jpeg" Id="Rba8907289b854f34" /><Relationship Type="http://schemas.openxmlformats.org/officeDocument/2006/relationships/image" Target="/ppt/media/image4.svg" Id="R47332dd6f54c404b" /><Relationship Type="http://schemas.openxmlformats.org/officeDocument/2006/relationships/image" Target="/ppt/media/image4.jpeg" Id="R2785241b24244430" /><Relationship Type="http://schemas.openxmlformats.org/officeDocument/2006/relationships/image" Target="/ppt/media/image5.svg" Id="R059c8eab11334b82" /><Relationship Type="http://schemas.openxmlformats.org/officeDocument/2006/relationships/image" Target="/ppt/media/image5.jpeg" Id="Rece0aeaf21294274" /><Relationship Type="http://schemas.openxmlformats.org/officeDocument/2006/relationships/image" Target="/ppt/media/image6.svg" Id="R7059dc072f914c20" /><Relationship Type="http://schemas.openxmlformats.org/officeDocument/2006/relationships/image" Target="/ppt/media/image6.jpeg" Id="R95a5698547574118" /><Relationship Type="http://schemas.openxmlformats.org/officeDocument/2006/relationships/image" Target="/ppt/media/image7.svg" Id="R8ecb0181f1fc49fb" /><Relationship Type="http://schemas.openxmlformats.org/officeDocument/2006/relationships/image" Target="/ppt/media/image7.jpeg" Id="R7430d7f9a554400d" /><Relationship Type="http://schemas.openxmlformats.org/officeDocument/2006/relationships/image" Target="/ppt/media/image8.svg" Id="R543f96dcadb141ac" /><Relationship Type="http://schemas.openxmlformats.org/officeDocument/2006/relationships/image" Target="/ppt/media/image8.jpeg" Id="Rc8833d78e8114283" /><Relationship Type="http://schemas.openxmlformats.org/officeDocument/2006/relationships/notesSlide" Target="/ppt/notesSlides/notesSlide2.xml" Id="R678ebc2c759d460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7D09AAF-E532-43DC-840C-60F1AC730ED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Arquitetura resiliente com OCI Queue</a:t>
            </a:r>
          </a:p>
        </p:txBody>
      </p:sp>
      <p:sp>
        <p:nvSpPr>
          <p:cNvPr id="6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AD14B260-8096-45E6-B6F1-D16ADF6E7945}"/>
              </a:ext>
            </a:extLst>
          </p:cNvPr>
          <p:cNvSpPr>
            <a:spLocks xmlns:a="http://schemas.openxmlformats.org/drawingml/2006/main" noGrp="1"/>
          </p:cNvSpPr>
          <p:nvPr>
            <p:ph type="body" idx="3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Spring Boot · Fan-out · Consumer Groups · Alta disponibilidade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F4EF8152-078A-4AF5-88A9-9626039FCF30}"/>
              </a:ext>
            </a:extLst>
          </p:cNvPr>
          <p:cNvSpPr>
            <a:spLocks xmlns:a="http://schemas.openxmlformats.org/drawingml/2006/main" noGrp="1"/>
          </p:cNvSpPr>
          <p:nvPr>
            <p:ph type="body" idx="3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Julho 2026</a:t>
            </a:r>
          </a:p>
        </p:txBody>
      </p:sp>
      <p:sp>
        <p:nvSpPr>
          <p:cNvPr id="7" name="Text Placeholder 6">
            <a:extLst xmlns:a="http://schemas.openxmlformats.org/drawingml/2006/main">
              <a:ext uri="{FF2B5EF4-FFF2-40B4-BE49-F238E27FC236}">
                <a16:creationId xmlns:a16="http://schemas.microsoft.com/office/drawing/2014/main" id="{A72661EF-066E-49EB-9C5C-958EDF2147E3}"/>
              </a:ext>
            </a:extLst>
          </p:cNvPr>
          <p:cNvSpPr>
            <a:spLocks xmlns:a="http://schemas.openxmlformats.org/drawingml/2006/main" noGrp="1"/>
          </p:cNvSpPr>
          <p:nvPr>
            <p:ph type="body" idx="3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Arquitetura de referência</a:t>
            </a:r>
          </a:p>
        </p:txBody>
      </p:sp>
    </p:spTree>
    <p:extLst>
      <p:ext uri="{BB962C8B-B14F-4D97-AF65-F5344CB8AC3E}">
        <p14:creationId xmlns:p14="http://schemas.microsoft.com/office/powerpoint/2010/main" val="257184124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6ADA016-46B2-41EF-95EE-49D75B5B32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Fan-out resiliente com Spring Boot e OCI Queue</a:t>
            </a:r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1FA8D49-67C1-314C-81FA-98DBB6A7520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800"/>
              <a:t>Copyright © 2022 Oracle and/or its affiliates.</a:t>
            </a:r>
          </a:p>
        </p:txBody>
      </p:sp>
      <p:sp>
        <p:nvSpPr>
          <p:cNvPr id="26" name="Rectangle: Rounded Corners 92">
            <a:extLst xmlns:a="http://schemas.openxmlformats.org/drawingml/2006/main">
              <a:ext uri="{FF2B5EF4-FFF2-40B4-BE49-F238E27FC236}">
                <a16:creationId xmlns:a16="http://schemas.microsoft.com/office/drawing/2014/main" id="{E23E924E-F08D-4220-99EE-8C868016D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5420" y="1193228"/>
            <a:ext cx="8830340" cy="4635500"/>
          </a:xfrm>
          <a:prstGeom xmlns:a="http://schemas.openxmlformats.org/drawingml/2006/main" prst="roundRect">
            <a:avLst>
              <a:gd name="adj" fmla="val 563"/>
            </a:avLst>
          </a:prstGeom>
          <a:solidFill xmlns:a="http://schemas.openxmlformats.org/drawingml/2006/main">
            <a:srgbClr val="F5F4F2"/>
          </a:solidFill>
          <a:ln xmlns:a="http://schemas.openxmlformats.org/drawingml/2006/main" w="12700">
            <a:solidFill>
              <a:srgbClr val="9E9892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45720" rIns="45720" anchor="t"/>
          <a:lstStyle xmlns:a="http://schemas.openxmlformats.org/drawingml/2006/main"/>
          <a:p xmlns:a="http://schemas.openxmlformats.org/drawingml/2006/main">
            <a:r>
              <a:rPr sz="900" b="1">
                <a:solidFill>
                  <a:schemeClr val="tx1"/>
                </a:solidFill>
                <a:latin typeface="Oracle Sans"/>
                <a:ea typeface="Oracle Sans"/>
                <a:cs typeface="Oracle Sans"/>
              </a:rPr>
              <a:t>OCI — região primária</a:t>
            </a:r>
          </a:p>
        </p:txBody>
      </p:sp>
      <p:sp>
        <p:nvSpPr>
          <p:cNvPr id="34" name="Rounded Rectangle 33">
            <a:extLst xmlns:a="http://schemas.openxmlformats.org/drawingml/2006/main">
              <a:ext uri="{FF2B5EF4-FFF2-40B4-BE49-F238E27FC236}">
                <a16:creationId xmlns:a16="http://schemas.microsoft.com/office/drawing/2014/main" id="{DF23EFAD-393E-2D48-872A-24085F913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3837" y="1269428"/>
            <a:ext cx="1879574" cy="4483100"/>
          </a:xfrm>
          <a:prstGeom xmlns:a="http://schemas.openxmlformats.org/drawingml/2006/main" prst="roundRect">
            <a:avLst>
              <a:gd name="adj" fmla="val 676"/>
            </a:avLst>
          </a:prstGeom>
          <a:solidFill xmlns:a="http://schemas.openxmlformats.org/drawingml/2006/main">
            <a:srgbClr val="DFDCD8"/>
          </a:solidFill>
          <a:ln xmlns:a="http://schemas.openxmlformats.org/drawingml/2006/main" w="12700">
            <a:solidFill>
              <a:srgbClr val="9E9892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45720" rIns="4572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>
                <a:solidFill>
                  <a:schemeClr val="tx1">
                    <a:lumMod val="50000"/>
                  </a:schemeClr>
                </a:solidFill>
                <a:latin typeface="Open Sans SemiBold"/>
                <a:ea typeface="Open Sans SemiBold"/>
                <a:cs typeface="Open Sans SemiBold"/>
              </a:rPr>
              <a:t>Domínio de falha 1</a:t>
            </a:r>
          </a:p>
        </p:txBody>
      </p:sp>
      <p:sp>
        <p:nvSpPr>
          <p:cNvPr id="35" name="Rounded Rectangle 34">
            <a:extLst xmlns:a="http://schemas.openxmlformats.org/drawingml/2006/main">
              <a:ext uri="{FF2B5EF4-FFF2-40B4-BE49-F238E27FC236}">
                <a16:creationId xmlns:a16="http://schemas.microsoft.com/office/drawing/2014/main" id="{DF23EFAD-393E-2D48-872A-24085F913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7502" y="1269428"/>
            <a:ext cx="1879574" cy="4483100"/>
          </a:xfrm>
          <a:prstGeom xmlns:a="http://schemas.openxmlformats.org/drawingml/2006/main" prst="roundRect">
            <a:avLst>
              <a:gd name="adj" fmla="val 676"/>
            </a:avLst>
          </a:prstGeom>
          <a:solidFill xmlns:a="http://schemas.openxmlformats.org/drawingml/2006/main">
            <a:srgbClr val="DFDCD8"/>
          </a:solidFill>
          <a:ln xmlns:a="http://schemas.openxmlformats.org/drawingml/2006/main" w="12700">
            <a:solidFill>
              <a:srgbClr val="9E9892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45720" rIns="4572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>
                <a:solidFill>
                  <a:schemeClr val="tx1">
                    <a:lumMod val="50000"/>
                  </a:schemeClr>
                </a:solidFill>
                <a:latin typeface="Open Sans SemiBold"/>
                <a:ea typeface="Open Sans SemiBold"/>
                <a:cs typeface="Open Sans SemiBold"/>
              </a:rPr>
              <a:t>Domínio de falha 2</a:t>
            </a:r>
          </a:p>
        </p:txBody>
      </p:sp>
      <p:sp>
        <p:nvSpPr>
          <p:cNvPr id="36" name="Rounded Rectangle 35">
            <a:extLst xmlns:a="http://schemas.openxmlformats.org/drawingml/2006/main">
              <a:ext uri="{FF2B5EF4-FFF2-40B4-BE49-F238E27FC236}">
                <a16:creationId xmlns:a16="http://schemas.microsoft.com/office/drawing/2014/main" id="{DF23EFAD-393E-2D48-872A-24085F913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3588" y="1269428"/>
            <a:ext cx="1879574" cy="4483100"/>
          </a:xfrm>
          <a:prstGeom xmlns:a="http://schemas.openxmlformats.org/drawingml/2006/main" prst="roundRect">
            <a:avLst>
              <a:gd name="adj" fmla="val 676"/>
            </a:avLst>
          </a:prstGeom>
          <a:solidFill xmlns:a="http://schemas.openxmlformats.org/drawingml/2006/main">
            <a:srgbClr val="DFDCD8"/>
          </a:solidFill>
          <a:ln xmlns:a="http://schemas.openxmlformats.org/drawingml/2006/main" w="12700">
            <a:solidFill>
              <a:srgbClr val="9E9892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45720" rIns="4572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>
                <a:solidFill>
                  <a:schemeClr val="tx1">
                    <a:lumMod val="50000"/>
                  </a:schemeClr>
                </a:solidFill>
                <a:latin typeface="Open Sans SemiBold"/>
                <a:ea typeface="Open Sans SemiBold"/>
                <a:cs typeface="Open Sans SemiBold"/>
              </a:rPr>
              <a:t>Domínio de falha 3</a:t>
            </a:r>
          </a:p>
        </p:txBody>
      </p:sp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86D08F6F-185C-8944-B5DB-DF35BE019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4616" y="1740522"/>
            <a:ext cx="7758251" cy="39293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solidFill>
              <a:srgbClr val="BB501C"/>
            </a:solidFill>
            <a:prstDash val="lgDash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45720" tIns="45720" rIns="45720" bIns="4572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</a:pPr>
            <a:r>
              <a:rPr sz="900" b="1">
                <a:solidFill>
                  <a:srgbClr val="BB501C"/>
                </a:solidFill>
                <a:latin typeface="Open Sans"/>
                <a:ea typeface="Open Sans"/>
                <a:cs typeface="Open Sans"/>
              </a:rPr>
              <a:t>VCN</a:t>
            </a:r>
          </a:p>
        </p:txBody>
      </p:sp>
      <p:sp>
        <p:nvSpPr>
          <p:cNvPr id="39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72FF4F6E-F0D4-134D-89C6-A7A273576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657" y="2035920"/>
            <a:ext cx="7616841" cy="8045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BB501C"/>
            </a:solidFill>
            <a:prstDash val="dash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4572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lvl="0">
              <a:lnSpc>
                <a:spcPct val="90000"/>
              </a:lnSpc>
              <a:buNone/>
            </a:pPr>
            <a:r>
              <a:rPr sz="900">
                <a:solidFill>
                  <a:schemeClr val="accent5"/>
                </a:solidFill>
                <a:latin typeface="Open Sans SemiBold"/>
                <a:ea typeface="Open Sans SemiBold"/>
                <a:cs typeface="Open Sans SemiBold"/>
              </a:rPr>
              <a:t>Entrada de eventos</a:t>
            </a:r>
          </a:p>
          <a:p xmlns:a="http://schemas.openxmlformats.org/drawingml/2006/main">
            <a:pPr>
              <a:lnSpc>
                <a:spcPct val="90000"/>
              </a:lnSpc>
              <a:buNone/>
            </a:pPr>
            <a:r>
              <a:rPr sz="800">
                <a:solidFill>
                  <a:schemeClr val="tx1"/>
                </a:solidFill>
                <a:latin typeface="Open Sans Light"/>
                <a:ea typeface="Open Sans Light"/>
                <a:cs typeface="Open Sans Light"/>
              </a:rPr>
              <a:t>APIs e jobs</a:t>
            </a:r>
          </a:p>
        </p:txBody>
      </p:sp>
      <p:sp>
        <p:nvSpPr>
          <p:cNvPr id="105" name="Rectangle 104">
            <a:extLst xmlns:a="http://schemas.openxmlformats.org/drawingml/2006/main">
              <a:ext uri="{FF2B5EF4-FFF2-40B4-BE49-F238E27FC236}">
                <a16:creationId xmlns:a16="http://schemas.microsoft.com/office/drawing/2014/main" id="{72FF4F6E-F0D4-134D-89C6-A7A273576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657" y="4777350"/>
            <a:ext cx="7616841" cy="824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BB501C"/>
            </a:solidFill>
            <a:prstDash val="dash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4572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lvl="0">
              <a:lnSpc>
                <a:spcPct val="90000"/>
              </a:lnSpc>
              <a:buNone/>
            </a:pPr>
            <a:r>
              <a:rPr sz="900">
                <a:solidFill>
                  <a:schemeClr val="accent5"/>
                </a:solidFill>
                <a:latin typeface="Open Sans SemiBold"/>
                <a:ea typeface="Open Sans SemiBold"/>
                <a:cs typeface="Open Sans SemiBold"/>
              </a:rPr>
              <a:t>Idempotência e DLQ</a:t>
            </a:r>
          </a:p>
          <a:p xmlns:a="http://schemas.openxmlformats.org/drawingml/2006/main">
            <a:pPr>
              <a:lnSpc>
                <a:spcPct val="90000"/>
              </a:lnSpc>
              <a:buNone/>
            </a:pPr>
            <a:r>
              <a:rPr sz="800">
                <a:solidFill>
                  <a:schemeClr val="tx1"/>
                </a:solidFill>
                <a:latin typeface="Open Sans Light"/>
                <a:ea typeface="Open Sans Light"/>
                <a:cs typeface="Open Sans Light"/>
              </a:rPr>
              <a:t>Observabilidade</a:t>
            </a:r>
          </a:p>
        </p:txBody>
      </p:sp>
      <p:sp>
        <p:nvSpPr>
          <p:cNvPr id="44" name="Rectangle 43">
            <a:extLst xmlns:a="http://schemas.openxmlformats.org/drawingml/2006/main">
              <a:ext uri="{FF2B5EF4-FFF2-40B4-BE49-F238E27FC236}">
                <a16:creationId xmlns:a16="http://schemas.microsoft.com/office/drawing/2014/main" id="{1774C416-8005-BE4A-AB58-15994074F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657" y="3007274"/>
            <a:ext cx="7616841" cy="1607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BB501C"/>
            </a:solidFill>
            <a:prstDash val="dash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4572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</a:pPr>
            <a:r>
              <a:rPr sz="900">
                <a:solidFill>
                  <a:schemeClr val="accent5"/>
                </a:solidFill>
                <a:latin typeface="Open Sans SemiBold"/>
                <a:ea typeface="Open Sans SemiBold"/>
                <a:cs typeface="Open Sans SemiBold"/>
              </a:rPr>
              <a:t>Processamento assíncrono</a:t>
            </a:r>
          </a:p>
          <a:p xmlns:a="http://schemas.openxmlformats.org/drawingml/2006/main">
            <a:pPr>
              <a:lnSpc>
                <a:spcPct val="90000"/>
              </a:lnSpc>
              <a:buNone/>
            </a:pPr>
            <a:r>
              <a:rPr sz="800">
                <a:solidFill>
                  <a:schemeClr val="tx1"/>
                </a:solidFill>
                <a:latin typeface="Open Sans Light"/>
                <a:ea typeface="Open Sans Light"/>
                <a:cs typeface="Open Sans Light"/>
              </a:rPr>
              <a:t>Spring Boot</a:t>
            </a:r>
          </a:p>
        </p:txBody>
      </p:sp>
      <p:pic>
        <p:nvPicPr>
          <p:cNvPr id="206" name="Graphic 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8907289b854f34">
            <a:extLst>
              <a:ext uri="{96DAC541-7B7A-43D3-8B79-37D633B846F1}">
                <asvg:svgBlip xmlns:asvg="http://schemas.microsoft.com/office/drawing/2016/SVG/main" r:embed="Re4df738e1df640e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5886" y="1627385"/>
            <a:ext cx="239486" cy="228600"/>
          </a:xfrm>
          <a:prstGeom xmlns:a="http://schemas.openxmlformats.org/drawingml/2006/main" prst="rect">
            <a:avLst/>
          </a:prstGeom>
        </p:spPr>
      </p:pic>
      <p:pic>
        <p:nvPicPr>
          <p:cNvPr id="207" name="Graphic 7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85241b24244430">
            <a:extLst>
              <a:ext uri="{96DAC541-7B7A-43D3-8B79-37D633B846F1}">
                <asvg:svgBlip xmlns:asvg="http://schemas.microsoft.com/office/drawing/2016/SVG/main" r:embed="R47332dd6f54c404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6150792" y="216927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54" name="Rectangle 53">
            <a:extLst xmlns:a="http://schemas.openxmlformats.org/drawingml/2006/main">
              <a:ext uri="{FF2B5EF4-FFF2-40B4-BE49-F238E27FC236}">
                <a16:creationId xmlns:a16="http://schemas.microsoft.com/office/drawing/2014/main" id="{93355025-BA11-4746-BCB3-7CAA40FD8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97806" y="2586616"/>
            <a:ext cx="1163173" cy="3108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</a:pPr>
            <a:r>
              <a:rPr sz="800">
                <a:solidFill>
                  <a:schemeClr val="tx2"/>
                </a:solidFill>
              </a:rPr>
              <a:t>Produtor
Spring Boot</a:t>
            </a:r>
          </a:p>
        </p:txBody>
      </p:sp>
      <p:sp>
        <p:nvSpPr>
          <p:cNvPr id="58" name="Rectangle 57">
            <a:extLst xmlns:a="http://schemas.openxmlformats.org/drawingml/2006/main">
              <a:ext uri="{FF2B5EF4-FFF2-40B4-BE49-F238E27FC236}">
                <a16:creationId xmlns:a16="http://schemas.microsoft.com/office/drawing/2014/main" id="{B9309EFC-D0FF-FB41-83DD-D9B2825B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9886" y="3082314"/>
            <a:ext cx="5700680" cy="1476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solidFill>
              <a:schemeClr val="accent5"/>
            </a:solidFill>
            <a:prstDash val="sysDash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45720" rIns="4572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>
                <a:solidFill>
                  <a:srgbClr val="BB511C"/>
                </a:solidFill>
                <a:latin typeface="Open Sans SemiBold"/>
                <a:ea typeface="Open Sans SemiBold"/>
                <a:cs typeface="Open Sans SemiBold"/>
              </a:rPr>
              <a:t>Consumer groups</a:t>
            </a:r>
          </a:p>
          <a:p xmlns:a="http://schemas.openxmlformats.org/drawingml/2006/main">
            <a:pPr algn="ctr">
              <a:buNone/>
            </a:pPr>
            <a:r>
              <a:rPr sz="900">
                <a:solidFill>
                  <a:srgbClr val="BB511C"/>
                </a:solidFill>
                <a:latin typeface="Open Sans SemiBold"/>
                <a:ea typeface="Open Sans SemiBold"/>
                <a:cs typeface="Open Sans SemiBold"/>
              </a:rPr>
              <a:t>pull-based</a:t>
            </a:r>
          </a:p>
        </p:txBody>
      </p:sp>
      <p:pic>
        <p:nvPicPr>
          <p:cNvPr id="210" name="Graphic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e0aeaf21294274">
            <a:extLst>
              <a:ext uri="{96DAC541-7B7A-43D3-8B79-37D633B846F1}">
                <asvg:svgBlip xmlns:asvg="http://schemas.microsoft.com/office/drawing/2016/SVG/main" r:embed="R059c8eab11334b8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288391" y="3629245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01" name="Rectangle 100">
            <a:extLst xmlns:a="http://schemas.openxmlformats.org/drawingml/2006/main">
              <a:ext uri="{FF2B5EF4-FFF2-40B4-BE49-F238E27FC236}">
                <a16:creationId xmlns:a16="http://schemas.microsoft.com/office/drawing/2014/main" id="{5E099DB0-9D8B-2F44-902A-6B7970FD3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81350" y="4088402"/>
            <a:ext cx="471283" cy="2308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850"/>
              </a:lnSpc>
              <a:buNone/>
            </a:pPr>
            <a:r>
              <a:rPr sz="800">
                <a:solidFill>
                  <a:schemeClr val="tx2"/>
                </a:solidFill>
              </a:rPr>
              <a:t>Região secundária
standby</a:t>
            </a:r>
          </a:p>
        </p:txBody>
      </p:sp>
      <p:sp>
        <p:nvSpPr>
          <p:cNvPr id="107" name="Straight Connector 106">
            <a:extLst xmlns:a="http://schemas.openxmlformats.org/drawingml/2006/main">
              <a:ext uri="{FF2B5EF4-FFF2-40B4-BE49-F238E27FC236}">
                <a16:creationId xmlns:a16="http://schemas.microsoft.com/office/drawing/2014/main" id="{991CE62E-784A-4DC4-8BB0-DC22001AB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664" y="2740700"/>
            <a:ext cx="0" cy="341614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tx1"/>
            </a:solidFill>
            <a:headEnd type="arrow" w="med" len="sm"/>
            <a:tailEnd type="arrow" w="med" len="sm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0" name="Straight Connector 109">
            <a:extLst xmlns:a="http://schemas.openxmlformats.org/drawingml/2006/main">
              <a:ext uri="{FF2B5EF4-FFF2-40B4-BE49-F238E27FC236}">
                <a16:creationId xmlns:a16="http://schemas.microsoft.com/office/drawing/2014/main" id="{7F3661DB-053A-406A-BA43-1D4D37CA4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5946" y="4570223"/>
            <a:ext cx="0" cy="28960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tx1"/>
            </a:solidFill>
            <a:headEnd type="arrow" w="med" len="sm"/>
            <a:tailEnd type="arrow" w="med" len="sm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214" name="Graphic 9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a5698547574118">
            <a:extLst>
              <a:ext uri="{96DAC541-7B7A-43D3-8B79-37D633B846F1}">
                <asvg:svgBlip xmlns:asvg="http://schemas.microsoft.com/office/drawing/2016/SVG/main" r:embed="R7059dc072f914c2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35157" y="2894231"/>
            <a:ext cx="228600" cy="228600"/>
          </a:xfrm>
          <a:prstGeom xmlns:a="http://schemas.openxmlformats.org/drawingml/2006/main" prst="rect">
            <a:avLst/>
          </a:prstGeom>
        </p:spPr>
      </p:pic>
      <p:pic>
        <p:nvPicPr>
          <p:cNvPr id="215" name="Graphic 9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a5698547574118">
            <a:extLst>
              <a:ext uri="{96DAC541-7B7A-43D3-8B79-37D633B846F1}">
                <asvg:svgBlip xmlns:asvg="http://schemas.microsoft.com/office/drawing/2016/SVG/main" r:embed="R7059dc072f914c2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36318" y="4664783"/>
            <a:ext cx="228600" cy="228600"/>
          </a:xfrm>
          <a:prstGeom xmlns:a="http://schemas.openxmlformats.org/drawingml/2006/main" prst="rect">
            <a:avLst/>
          </a:prstGeom>
        </p:spPr>
      </p:pic>
      <p:pic>
        <p:nvPicPr>
          <p:cNvPr id="216" name="Graphic 9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a5698547574118">
            <a:extLst>
              <a:ext uri="{96DAC541-7B7A-43D3-8B79-37D633B846F1}">
                <asvg:svgBlip xmlns:asvg="http://schemas.microsoft.com/office/drawing/2016/SVG/main" r:embed="R7059dc072f914c2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34781" y="192299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09" name="Freeform: Shape 108">
            <a:extLst xmlns:a="http://schemas.openxmlformats.org/drawingml/2006/main">
              <a:ext uri="{FF2B5EF4-FFF2-40B4-BE49-F238E27FC236}">
                <a16:creationId xmlns:a16="http://schemas.microsoft.com/office/drawing/2014/main" id="{338286EB-0312-447D-87FE-3F667748E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58556" y="4887495"/>
            <a:ext cx="447465" cy="501125"/>
          </a:xfrm>
          <a:custGeom xmlns:a="http://schemas.openxmlformats.org/drawingml/2006/main">
            <a:gdLst>
              <a:gd name="connsiteX0" fmla="*/ 223672 w 447465"/>
              <a:gd name="connsiteY0" fmla="*/ 501126 h 501125"/>
              <a:gd name="connsiteX1" fmla="*/ 0 w 447465"/>
              <a:gd name="connsiteY1" fmla="*/ 433903 h 501125"/>
              <a:gd name="connsiteX2" fmla="*/ 0 w 447465"/>
              <a:gd name="connsiteY2" fmla="*/ 69180 h 501125"/>
              <a:gd name="connsiteX3" fmla="*/ 223672 w 447465"/>
              <a:gd name="connsiteY3" fmla="*/ 0 h 501125"/>
              <a:gd name="connsiteX4" fmla="*/ 447466 w 447465"/>
              <a:gd name="connsiteY4" fmla="*/ 69180 h 501125"/>
              <a:gd name="connsiteX5" fmla="*/ 447466 w 447465"/>
              <a:gd name="connsiteY5" fmla="*/ 433903 h 501125"/>
              <a:gd name="connsiteX6" fmla="*/ 223672 w 447465"/>
              <a:gd name="connsiteY6" fmla="*/ 501126 h 501125"/>
            </a:gdLst>
            <a:rect l="l" t="t" r="r" b="b"/>
            <a:pathLst>
              <a:path w="447465" h="501125">
                <a:moveTo>
                  <a:pt x="223672" y="501126"/>
                </a:moveTo>
                <a:cubicBezTo>
                  <a:pt x="200815" y="501126"/>
                  <a:pt x="0" y="499290"/>
                  <a:pt x="0" y="433903"/>
                </a:cubicBezTo>
                <a:lnTo>
                  <a:pt x="0" y="69180"/>
                </a:lnTo>
                <a:cubicBezTo>
                  <a:pt x="0" y="1956"/>
                  <a:pt x="200815" y="0"/>
                  <a:pt x="223672" y="0"/>
                </a:cubicBezTo>
                <a:cubicBezTo>
                  <a:pt x="246529" y="0"/>
                  <a:pt x="447466" y="1956"/>
                  <a:pt x="447466" y="69180"/>
                </a:cubicBezTo>
                <a:lnTo>
                  <a:pt x="447466" y="433903"/>
                </a:lnTo>
                <a:cubicBezTo>
                  <a:pt x="447466" y="499290"/>
                  <a:pt x="246651" y="501126"/>
                  <a:pt x="223672" y="501126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6417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14" name="Freeform: Shape 113">
            <a:extLst xmlns:a="http://schemas.openxmlformats.org/drawingml/2006/main">
              <a:ext uri="{FF2B5EF4-FFF2-40B4-BE49-F238E27FC236}">
                <a16:creationId xmlns:a16="http://schemas.microsoft.com/office/drawing/2014/main" id="{CD704A2B-7A8D-48A6-91BF-69E182C8B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52453" y="4881383"/>
            <a:ext cx="459696" cy="513347"/>
          </a:xfrm>
          <a:custGeom xmlns:a="http://schemas.openxmlformats.org/drawingml/2006/main">
            <a:gdLst>
              <a:gd name="connsiteX0" fmla="*/ 229787 w 459696"/>
              <a:gd name="connsiteY0" fmla="*/ 12223 h 513347"/>
              <a:gd name="connsiteX1" fmla="*/ 447472 w 459696"/>
              <a:gd name="connsiteY1" fmla="*/ 75291 h 513347"/>
              <a:gd name="connsiteX2" fmla="*/ 447472 w 459696"/>
              <a:gd name="connsiteY2" fmla="*/ 440009 h 513347"/>
              <a:gd name="connsiteX3" fmla="*/ 229787 w 459696"/>
              <a:gd name="connsiteY3" fmla="*/ 501123 h 513347"/>
              <a:gd name="connsiteX4" fmla="*/ 12224 w 459696"/>
              <a:gd name="connsiteY4" fmla="*/ 440009 h 513347"/>
              <a:gd name="connsiteX5" fmla="*/ 12224 w 459696"/>
              <a:gd name="connsiteY5" fmla="*/ 75291 h 513347"/>
              <a:gd name="connsiteX6" fmla="*/ 229787 w 459696"/>
              <a:gd name="connsiteY6" fmla="*/ 12223 h 513347"/>
              <a:gd name="connsiteX7" fmla="*/ 229787 w 459696"/>
              <a:gd name="connsiteY7" fmla="*/ 0 h 513347"/>
              <a:gd name="connsiteX8" fmla="*/ 0 w 459696"/>
              <a:gd name="connsiteY8" fmla="*/ 75291 h 513347"/>
              <a:gd name="connsiteX9" fmla="*/ 0 w 459696"/>
              <a:gd name="connsiteY9" fmla="*/ 440009 h 513347"/>
              <a:gd name="connsiteX10" fmla="*/ 229787 w 459696"/>
              <a:gd name="connsiteY10" fmla="*/ 513347 h 513347"/>
              <a:gd name="connsiteX11" fmla="*/ 459696 w 459696"/>
              <a:gd name="connsiteY11" fmla="*/ 440009 h 513347"/>
              <a:gd name="connsiteX12" fmla="*/ 459696 w 459696"/>
              <a:gd name="connsiteY12" fmla="*/ 75291 h 513347"/>
              <a:gd name="connsiteX13" fmla="*/ 229787 w 459696"/>
              <a:gd name="connsiteY13" fmla="*/ 0 h 513347"/>
            </a:gdLst>
            <a:rect l="l" t="t" r="r" b="b"/>
            <a:pathLst>
              <a:path w="459696" h="513347">
                <a:moveTo>
                  <a:pt x="229787" y="12223"/>
                </a:moveTo>
                <a:cubicBezTo>
                  <a:pt x="305570" y="12223"/>
                  <a:pt x="447472" y="25423"/>
                  <a:pt x="447472" y="75291"/>
                </a:cubicBezTo>
                <a:lnTo>
                  <a:pt x="447472" y="440009"/>
                </a:lnTo>
                <a:cubicBezTo>
                  <a:pt x="447472" y="488899"/>
                  <a:pt x="305076" y="501123"/>
                  <a:pt x="229787" y="501123"/>
                </a:cubicBezTo>
                <a:cubicBezTo>
                  <a:pt x="154498" y="501123"/>
                  <a:pt x="12224" y="488899"/>
                  <a:pt x="12224" y="440009"/>
                </a:cubicBezTo>
                <a:lnTo>
                  <a:pt x="12224" y="75291"/>
                </a:lnTo>
                <a:cubicBezTo>
                  <a:pt x="12224" y="25423"/>
                  <a:pt x="154620" y="12223"/>
                  <a:pt x="229787" y="12223"/>
                </a:cubicBezTo>
                <a:close/>
                <a:moveTo>
                  <a:pt x="229787" y="0"/>
                </a:moveTo>
                <a:cubicBezTo>
                  <a:pt x="191408" y="0"/>
                  <a:pt x="0" y="3667"/>
                  <a:pt x="0" y="75291"/>
                </a:cubicBezTo>
                <a:lnTo>
                  <a:pt x="0" y="440009"/>
                </a:lnTo>
                <a:cubicBezTo>
                  <a:pt x="0" y="510049"/>
                  <a:pt x="191408" y="513347"/>
                  <a:pt x="229787" y="513347"/>
                </a:cubicBezTo>
                <a:cubicBezTo>
                  <a:pt x="268166" y="513347"/>
                  <a:pt x="459696" y="509805"/>
                  <a:pt x="459696" y="440009"/>
                </a:cubicBezTo>
                <a:lnTo>
                  <a:pt x="459696" y="75291"/>
                </a:lnTo>
                <a:cubicBezTo>
                  <a:pt x="459696" y="3667"/>
                  <a:pt x="268898" y="0"/>
                  <a:pt x="229787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6417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15" name="Freeform: Shape 114">
            <a:extLst xmlns:a="http://schemas.openxmlformats.org/drawingml/2006/main">
              <a:ext uri="{FF2B5EF4-FFF2-40B4-BE49-F238E27FC236}">
                <a16:creationId xmlns:a16="http://schemas.microsoft.com/office/drawing/2014/main" id="{B2D59DE6-9159-4C6D-A4A7-764E74ACC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64684" y="4893609"/>
            <a:ext cx="435241" cy="488902"/>
          </a:xfrm>
          <a:custGeom xmlns:a="http://schemas.openxmlformats.org/drawingml/2006/main">
            <a:gdLst>
              <a:gd name="connsiteX0" fmla="*/ 435242 w 435241"/>
              <a:gd name="connsiteY0" fmla="*/ 63069 h 488902"/>
              <a:gd name="connsiteX1" fmla="*/ 217563 w 435241"/>
              <a:gd name="connsiteY1" fmla="*/ 0 h 488902"/>
              <a:gd name="connsiteX2" fmla="*/ 0 w 435241"/>
              <a:gd name="connsiteY2" fmla="*/ 63069 h 488902"/>
              <a:gd name="connsiteX3" fmla="*/ 0 w 435241"/>
              <a:gd name="connsiteY3" fmla="*/ 427789 h 488902"/>
              <a:gd name="connsiteX4" fmla="*/ 217563 w 435241"/>
              <a:gd name="connsiteY4" fmla="*/ 488903 h 488902"/>
              <a:gd name="connsiteX5" fmla="*/ 435242 w 435241"/>
              <a:gd name="connsiteY5" fmla="*/ 427789 h 488902"/>
              <a:gd name="connsiteX6" fmla="*/ 435242 w 435241"/>
              <a:gd name="connsiteY6" fmla="*/ 63069 h 488902"/>
              <a:gd name="connsiteX7" fmla="*/ 410800 w 435241"/>
              <a:gd name="connsiteY7" fmla="*/ 307519 h 488902"/>
              <a:gd name="connsiteX8" fmla="*/ 359709 w 435241"/>
              <a:gd name="connsiteY8" fmla="*/ 330863 h 488902"/>
              <a:gd name="connsiteX9" fmla="*/ 217563 w 435241"/>
              <a:gd name="connsiteY9" fmla="*/ 344800 h 488902"/>
              <a:gd name="connsiteX10" fmla="*/ 74923 w 435241"/>
              <a:gd name="connsiteY10" fmla="*/ 330619 h 488902"/>
              <a:gd name="connsiteX11" fmla="*/ 24442 w 435241"/>
              <a:gd name="connsiteY11" fmla="*/ 307275 h 488902"/>
              <a:gd name="connsiteX12" fmla="*/ 24442 w 435241"/>
              <a:gd name="connsiteY12" fmla="*/ 217562 h 488902"/>
              <a:gd name="connsiteX13" fmla="*/ 218173 w 435241"/>
              <a:gd name="connsiteY13" fmla="*/ 248607 h 488902"/>
              <a:gd name="connsiteX14" fmla="*/ 412019 w 435241"/>
              <a:gd name="connsiteY14" fmla="*/ 217562 h 488902"/>
              <a:gd name="connsiteX15" fmla="*/ 410800 w 435241"/>
              <a:gd name="connsiteY15" fmla="*/ 307519 h 488902"/>
              <a:gd name="connsiteX16" fmla="*/ 410800 w 435241"/>
              <a:gd name="connsiteY16" fmla="*/ 187494 h 488902"/>
              <a:gd name="connsiteX17" fmla="*/ 359709 w 435241"/>
              <a:gd name="connsiteY17" fmla="*/ 210839 h 488902"/>
              <a:gd name="connsiteX18" fmla="*/ 217563 w 435241"/>
              <a:gd name="connsiteY18" fmla="*/ 224773 h 488902"/>
              <a:gd name="connsiteX19" fmla="*/ 74923 w 435241"/>
              <a:gd name="connsiteY19" fmla="*/ 210594 h 488902"/>
              <a:gd name="connsiteX20" fmla="*/ 24442 w 435241"/>
              <a:gd name="connsiteY20" fmla="*/ 187249 h 488902"/>
              <a:gd name="connsiteX21" fmla="*/ 24442 w 435241"/>
              <a:gd name="connsiteY21" fmla="*/ 94114 h 488902"/>
              <a:gd name="connsiteX22" fmla="*/ 218173 w 435241"/>
              <a:gd name="connsiteY22" fmla="*/ 126015 h 488902"/>
              <a:gd name="connsiteX23" fmla="*/ 412019 w 435241"/>
              <a:gd name="connsiteY23" fmla="*/ 94114 h 488902"/>
              <a:gd name="connsiteX24" fmla="*/ 410800 w 435241"/>
              <a:gd name="connsiteY24" fmla="*/ 187494 h 488902"/>
              <a:gd name="connsiteX25" fmla="*/ 75045 w 435241"/>
              <a:gd name="connsiteY25" fmla="*/ 38501 h 488902"/>
              <a:gd name="connsiteX26" fmla="*/ 217563 w 435241"/>
              <a:gd name="connsiteY26" fmla="*/ 24445 h 488902"/>
              <a:gd name="connsiteX27" fmla="*/ 360197 w 435241"/>
              <a:gd name="connsiteY27" fmla="*/ 39112 h 488902"/>
              <a:gd name="connsiteX28" fmla="*/ 411409 w 435241"/>
              <a:gd name="connsiteY28" fmla="*/ 63069 h 488902"/>
              <a:gd name="connsiteX29" fmla="*/ 360197 w 435241"/>
              <a:gd name="connsiteY29" fmla="*/ 87514 h 488902"/>
              <a:gd name="connsiteX30" fmla="*/ 217563 w 435241"/>
              <a:gd name="connsiteY30" fmla="*/ 102180 h 488902"/>
              <a:gd name="connsiteX31" fmla="*/ 75045 w 435241"/>
              <a:gd name="connsiteY31" fmla="*/ 87635 h 488902"/>
              <a:gd name="connsiteX32" fmla="*/ 24442 w 435241"/>
              <a:gd name="connsiteY32" fmla="*/ 63069 h 488902"/>
              <a:gd name="connsiteX33" fmla="*/ 75655 w 435241"/>
              <a:gd name="connsiteY33" fmla="*/ 38623 h 488902"/>
              <a:gd name="connsiteX34" fmla="*/ 75045 w 435241"/>
              <a:gd name="connsiteY34" fmla="*/ 38501 h 488902"/>
              <a:gd name="connsiteX35" fmla="*/ 360319 w 435241"/>
              <a:gd name="connsiteY35" fmla="*/ 450890 h 488902"/>
              <a:gd name="connsiteX36" fmla="*/ 217563 w 435241"/>
              <a:gd name="connsiteY36" fmla="*/ 465071 h 488902"/>
              <a:gd name="connsiteX37" fmla="*/ 74923 w 435241"/>
              <a:gd name="connsiteY37" fmla="*/ 450890 h 488902"/>
              <a:gd name="connsiteX38" fmla="*/ 24442 w 435241"/>
              <a:gd name="connsiteY38" fmla="*/ 427789 h 488902"/>
              <a:gd name="connsiteX39" fmla="*/ 24442 w 435241"/>
              <a:gd name="connsiteY39" fmla="*/ 337587 h 488902"/>
              <a:gd name="connsiteX40" fmla="*/ 218173 w 435241"/>
              <a:gd name="connsiteY40" fmla="*/ 368632 h 488902"/>
              <a:gd name="connsiteX41" fmla="*/ 412019 w 435241"/>
              <a:gd name="connsiteY41" fmla="*/ 337587 h 488902"/>
              <a:gd name="connsiteX42" fmla="*/ 412019 w 435241"/>
              <a:gd name="connsiteY42" fmla="*/ 427789 h 488902"/>
              <a:gd name="connsiteX43" fmla="*/ 360928 w 435241"/>
              <a:gd name="connsiteY43" fmla="*/ 451133 h 488902"/>
            </a:gdLst>
            <a:rect l="l" t="t" r="r" b="b"/>
            <a:pathLst>
              <a:path w="435241" h="488902">
                <a:moveTo>
                  <a:pt x="435242" y="63069"/>
                </a:moveTo>
                <a:cubicBezTo>
                  <a:pt x="435242" y="13200"/>
                  <a:pt x="293339" y="0"/>
                  <a:pt x="217563" y="0"/>
                </a:cubicBezTo>
                <a:cubicBezTo>
                  <a:pt x="141780" y="0"/>
                  <a:pt x="0" y="13200"/>
                  <a:pt x="0" y="63069"/>
                </a:cubicBezTo>
                <a:lnTo>
                  <a:pt x="0" y="427789"/>
                </a:lnTo>
                <a:cubicBezTo>
                  <a:pt x="0" y="476679"/>
                  <a:pt x="142390" y="488903"/>
                  <a:pt x="217563" y="488903"/>
                </a:cubicBezTo>
                <a:cubicBezTo>
                  <a:pt x="292730" y="488903"/>
                  <a:pt x="435242" y="476679"/>
                  <a:pt x="435242" y="427789"/>
                </a:cubicBezTo>
                <a:lnTo>
                  <a:pt x="435242" y="63069"/>
                </a:lnTo>
                <a:close/>
                <a:moveTo>
                  <a:pt x="410800" y="307519"/>
                </a:moveTo>
                <a:cubicBezTo>
                  <a:pt x="410800" y="309719"/>
                  <a:pt x="401630" y="320718"/>
                  <a:pt x="359709" y="330863"/>
                </a:cubicBezTo>
                <a:cubicBezTo>
                  <a:pt x="312994" y="340815"/>
                  <a:pt x="265317" y="345487"/>
                  <a:pt x="217563" y="344800"/>
                </a:cubicBezTo>
                <a:cubicBezTo>
                  <a:pt x="169636" y="345448"/>
                  <a:pt x="121785" y="340693"/>
                  <a:pt x="74923" y="330619"/>
                </a:cubicBezTo>
                <a:cubicBezTo>
                  <a:pt x="33002" y="320474"/>
                  <a:pt x="24442" y="309475"/>
                  <a:pt x="24442" y="307275"/>
                </a:cubicBezTo>
                <a:lnTo>
                  <a:pt x="24442" y="217562"/>
                </a:lnTo>
                <a:cubicBezTo>
                  <a:pt x="68198" y="241395"/>
                  <a:pt x="161948" y="248607"/>
                  <a:pt x="218173" y="248607"/>
                </a:cubicBezTo>
                <a:cubicBezTo>
                  <a:pt x="274397" y="248607"/>
                  <a:pt x="368262" y="241395"/>
                  <a:pt x="412019" y="217562"/>
                </a:cubicBezTo>
                <a:lnTo>
                  <a:pt x="410800" y="307519"/>
                </a:lnTo>
                <a:close/>
                <a:moveTo>
                  <a:pt x="410800" y="187494"/>
                </a:moveTo>
                <a:cubicBezTo>
                  <a:pt x="410800" y="189694"/>
                  <a:pt x="401630" y="200816"/>
                  <a:pt x="359709" y="210839"/>
                </a:cubicBezTo>
                <a:cubicBezTo>
                  <a:pt x="312994" y="220788"/>
                  <a:pt x="265317" y="225462"/>
                  <a:pt x="217563" y="224773"/>
                </a:cubicBezTo>
                <a:cubicBezTo>
                  <a:pt x="169636" y="225422"/>
                  <a:pt x="121785" y="220666"/>
                  <a:pt x="74923" y="210594"/>
                </a:cubicBezTo>
                <a:cubicBezTo>
                  <a:pt x="33002" y="200572"/>
                  <a:pt x="24442" y="189450"/>
                  <a:pt x="24442" y="187249"/>
                </a:cubicBezTo>
                <a:lnTo>
                  <a:pt x="24442" y="94114"/>
                </a:lnTo>
                <a:cubicBezTo>
                  <a:pt x="68198" y="118559"/>
                  <a:pt x="161948" y="126015"/>
                  <a:pt x="218173" y="126015"/>
                </a:cubicBezTo>
                <a:cubicBezTo>
                  <a:pt x="274397" y="126015"/>
                  <a:pt x="368262" y="118681"/>
                  <a:pt x="412019" y="94114"/>
                </a:cubicBezTo>
                <a:lnTo>
                  <a:pt x="410800" y="187494"/>
                </a:lnTo>
                <a:close/>
                <a:moveTo>
                  <a:pt x="75045" y="38501"/>
                </a:moveTo>
                <a:cubicBezTo>
                  <a:pt x="121849" y="28328"/>
                  <a:pt x="169674" y="23611"/>
                  <a:pt x="217563" y="24445"/>
                </a:cubicBezTo>
                <a:cubicBezTo>
                  <a:pt x="265516" y="23806"/>
                  <a:pt x="313379" y="28728"/>
                  <a:pt x="360197" y="39112"/>
                </a:cubicBezTo>
                <a:cubicBezTo>
                  <a:pt x="403343" y="48890"/>
                  <a:pt x="411409" y="61113"/>
                  <a:pt x="411409" y="63069"/>
                </a:cubicBezTo>
                <a:cubicBezTo>
                  <a:pt x="411409" y="65024"/>
                  <a:pt x="402734" y="77002"/>
                  <a:pt x="360197" y="87514"/>
                </a:cubicBezTo>
                <a:cubicBezTo>
                  <a:pt x="313379" y="97892"/>
                  <a:pt x="265516" y="102814"/>
                  <a:pt x="217563" y="102180"/>
                </a:cubicBezTo>
                <a:cubicBezTo>
                  <a:pt x="169655" y="102848"/>
                  <a:pt x="121830" y="97967"/>
                  <a:pt x="75045" y="87635"/>
                </a:cubicBezTo>
                <a:cubicBezTo>
                  <a:pt x="32514" y="77002"/>
                  <a:pt x="24442" y="65513"/>
                  <a:pt x="24442" y="63069"/>
                </a:cubicBezTo>
                <a:cubicBezTo>
                  <a:pt x="24442" y="60624"/>
                  <a:pt x="33124" y="49012"/>
                  <a:pt x="75655" y="38623"/>
                </a:cubicBezTo>
                <a:lnTo>
                  <a:pt x="75045" y="38501"/>
                </a:lnTo>
                <a:close/>
                <a:moveTo>
                  <a:pt x="360319" y="450890"/>
                </a:moveTo>
                <a:cubicBezTo>
                  <a:pt x="313418" y="460964"/>
                  <a:pt x="265529" y="465725"/>
                  <a:pt x="217563" y="465071"/>
                </a:cubicBezTo>
                <a:cubicBezTo>
                  <a:pt x="169636" y="465719"/>
                  <a:pt x="121785" y="460964"/>
                  <a:pt x="74923" y="450890"/>
                </a:cubicBezTo>
                <a:cubicBezTo>
                  <a:pt x="33002" y="440866"/>
                  <a:pt x="24442" y="429746"/>
                  <a:pt x="24442" y="427789"/>
                </a:cubicBezTo>
                <a:lnTo>
                  <a:pt x="24442" y="337587"/>
                </a:lnTo>
                <a:cubicBezTo>
                  <a:pt x="68198" y="361420"/>
                  <a:pt x="161948" y="368632"/>
                  <a:pt x="218173" y="368632"/>
                </a:cubicBezTo>
                <a:cubicBezTo>
                  <a:pt x="274397" y="368632"/>
                  <a:pt x="368262" y="361420"/>
                  <a:pt x="412019" y="337587"/>
                </a:cubicBezTo>
                <a:lnTo>
                  <a:pt x="412019" y="427789"/>
                </a:lnTo>
                <a:cubicBezTo>
                  <a:pt x="412019" y="429990"/>
                  <a:pt x="402856" y="441110"/>
                  <a:pt x="360928" y="451133"/>
                </a:cubicBezTo>
              </a:path>
            </a:pathLst>
          </a:custGeom>
          <a:solidFill xmlns:a="http://schemas.openxmlformats.org/drawingml/2006/main">
            <a:srgbClr val="2D5967"/>
          </a:solidFill>
          <a:ln xmlns:a="http://schemas.openxmlformats.org/drawingml/2006/main" w="6417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08" name="TextBox 107">
            <a:extLst xmlns:a="http://schemas.openxmlformats.org/drawingml/2006/main">
              <a:ext uri="{FF2B5EF4-FFF2-40B4-BE49-F238E27FC236}">
                <a16:creationId xmlns:a16="http://schemas.microsoft.com/office/drawing/2014/main" id="{9138B23D-F6BD-4387-8366-E89D562E7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87404" y="5378150"/>
            <a:ext cx="987771" cy="183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00"/>
              </a:lnSpc>
              <a:buNone/>
            </a:pPr>
            <a:r>
              <a:rPr sz="808">
                <a:solidFill>
                  <a:srgbClr val="000000"/>
                </a:solidFill>
                <a:latin typeface="Oracle Sans"/>
                <a:ea typeface="Oracle Sans"/>
                <a:cs typeface="Oracle Sans"/>
              </a:rPr>
              <a:t>Idempotência / Outbox</a:t>
            </a:r>
          </a:p>
        </p:txBody>
      </p:sp>
      <p:sp>
        <p:nvSpPr>
          <p:cNvPr id="119" name="Rectangle 118">
            <a:extLst xmlns:a="http://schemas.openxmlformats.org/drawingml/2006/main">
              <a:ext uri="{FF2B5EF4-FFF2-40B4-BE49-F238E27FC236}">
                <a16:creationId xmlns:a16="http://schemas.microsoft.com/office/drawing/2014/main" id="{4D10F39F-9C79-4517-9830-B12C7B2D2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97043" y="4140932"/>
            <a:ext cx="721239" cy="1154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850"/>
              </a:lnSpc>
              <a:buNone/>
            </a:pPr>
            <a:r>
              <a:rPr sz="800">
                <a:solidFill>
                  <a:schemeClr val="tx2"/>
                </a:solidFill>
              </a:rPr>
              <a:t>Analytics</a:t>
            </a:r>
          </a:p>
        </p:txBody>
      </p:sp>
      <p:pic>
        <p:nvPicPr>
          <p:cNvPr id="222" name="Graphic 1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30d7f9a554400d">
            <a:extLst>
              <a:ext uri="{96DAC541-7B7A-43D3-8B79-37D633B846F1}">
                <asvg:svgBlip xmlns:asvg="http://schemas.microsoft.com/office/drawing/2016/SVG/main" r:embed="R8ecb0181f1fc49f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8058404" y="3629245"/>
            <a:ext cx="598516" cy="493776"/>
          </a:xfrm>
          <a:prstGeom xmlns:a="http://schemas.openxmlformats.org/drawingml/2006/main" prst="rect">
            <a:avLst/>
          </a:prstGeom>
        </p:spPr>
      </p:pic>
      <p:sp>
        <p:nvSpPr>
          <p:cNvPr id="121" name="Rectangle 120">
            <a:extLst xmlns:a="http://schemas.openxmlformats.org/drawingml/2006/main">
              <a:ext uri="{FF2B5EF4-FFF2-40B4-BE49-F238E27FC236}">
                <a16:creationId xmlns:a16="http://schemas.microsoft.com/office/drawing/2014/main" id="{13BDCDCF-5A99-4634-9B68-B4FBDB0D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1644" y="1740522"/>
            <a:ext cx="854121" cy="39293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solidFill>
              <a:srgbClr val="BB501C"/>
            </a:solidFill>
            <a:prstDash val="lgDash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45720" tIns="45720" rIns="45720" bIns="4572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</a:pPr>
            <a:r>
              <a:rPr sz="900" b="1">
                <a:solidFill>
                  <a:srgbClr val="BB501C"/>
                </a:solidFill>
                <a:latin typeface="Open Sans"/>
                <a:ea typeface="Open Sans"/>
                <a:cs typeface="Open Sans"/>
              </a:rPr>
              <a:t>OCI</a:t>
            </a:r>
          </a:p>
          <a:p xmlns:a="http://schemas.openxmlformats.org/drawingml/2006/main">
            <a:pPr>
              <a:lnSpc>
                <a:spcPct val="90000"/>
              </a:lnSpc>
              <a:buNone/>
            </a:pPr>
            <a:r>
              <a:rPr sz="900" b="1">
                <a:solidFill>
                  <a:srgbClr val="BB501C"/>
                </a:solidFill>
                <a:latin typeface="Open Sans"/>
                <a:ea typeface="Open Sans"/>
                <a:cs typeface="Open Sans"/>
              </a:rPr>
              <a:t>Queue</a:t>
            </a:r>
          </a:p>
          <a:p xmlns:a="http://schemas.openxmlformats.org/drawingml/2006/main">
            <a:pPr>
              <a:lnSpc>
                <a:spcPct val="90000"/>
              </a:lnSpc>
              <a:buNone/>
            </a:pPr>
            <a:r>
              <a:rPr sz="900" b="1">
                <a:solidFill>
                  <a:srgbClr val="BB501C"/>
                </a:solidFill>
                <a:latin typeface="Open Sans"/>
                <a:ea typeface="Open Sans"/>
                <a:cs typeface="Open Sans"/>
              </a:rPr>
              <a:t>fan-out</a:t>
            </a:r>
          </a:p>
        </p:txBody>
      </p:sp>
      <p:sp>
        <p:nvSpPr>
          <p:cNvPr id="106" name="Straight Connector 105">
            <a:extLst xmlns:a="http://schemas.openxmlformats.org/drawingml/2006/main">
              <a:ext uri="{FF2B5EF4-FFF2-40B4-BE49-F238E27FC236}">
                <a16:creationId xmlns:a16="http://schemas.microsoft.com/office/drawing/2014/main" id="{D932F8A9-0B18-40BC-B9E7-C1924DFBD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3898" y="3868108"/>
            <a:ext cx="100584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tx1"/>
            </a:solidFill>
            <a:headEnd type="arrow" w="med" len="sm"/>
            <a:tailEnd type="arrow" w="med" len="sm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2" name="Rectangle: Rounded Corners 121">
            <a:extLst xmlns:a="http://schemas.openxmlformats.org/drawingml/2006/main">
              <a:ext uri="{FF2B5EF4-FFF2-40B4-BE49-F238E27FC236}">
                <a16:creationId xmlns:a16="http://schemas.microsoft.com/office/drawing/2014/main" id="{EE045019-5884-4450-8FD1-592A6610A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241" y="1193228"/>
            <a:ext cx="912742" cy="4636008"/>
          </a:xfrm>
          <a:prstGeom xmlns:a="http://schemas.openxmlformats.org/drawingml/2006/main" prst="roundRect">
            <a:avLst>
              <a:gd name="adj" fmla="val 2783"/>
            </a:avLst>
          </a:prstGeom>
          <a:solidFill xmlns:a="http://schemas.openxmlformats.org/drawingml/2006/main">
            <a:srgbClr val="F5F4F2"/>
          </a:solidFill>
          <a:ln xmlns:a="http://schemas.openxmlformats.org/drawingml/2006/main" w="12700">
            <a:solidFill>
              <a:srgbClr val="9E9892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45720" rIns="4572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chemeClr val="tx1"/>
                </a:solidFill>
                <a:latin typeface="Oracle Sans"/>
                <a:ea typeface="Oracle Sans"/>
                <a:cs typeface="Oracle Sans"/>
              </a:rPr>
              <a:t>Sistemas de
origem</a:t>
            </a:r>
          </a:p>
        </p:txBody>
      </p:sp>
      <p:pic>
        <p:nvPicPr>
          <p:cNvPr id="226" name="Graphic 9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833d78e8114283">
            <a:extLst>
              <a:ext uri="{96DAC541-7B7A-43D3-8B79-37D633B846F1}">
                <asvg:svgBlip xmlns:asvg="http://schemas.microsoft.com/office/drawing/2016/SVG/main" r:embed="R543f96dcadb141a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458485" y="2169270"/>
            <a:ext cx="359229" cy="457200"/>
          </a:xfrm>
          <a:prstGeom xmlns:a="http://schemas.openxmlformats.org/drawingml/2006/main" prst="rect">
            <a:avLst/>
          </a:prstGeom>
        </p:spPr>
      </p:pic>
      <p:sp>
        <p:nvSpPr>
          <p:cNvPr id="104" name="Rectangle 103">
            <a:extLst xmlns:a="http://schemas.openxmlformats.org/drawingml/2006/main">
              <a:ext uri="{FF2B5EF4-FFF2-40B4-BE49-F238E27FC236}">
                <a16:creationId xmlns:a16="http://schemas.microsoft.com/office/drawing/2014/main" id="{596045DC-2F83-421E-B543-83716A48A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99285" y="2632776"/>
            <a:ext cx="277628" cy="215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850"/>
              </a:lnSpc>
              <a:buNone/>
            </a:pPr>
            <a:r>
              <a:rPr sz="800">
                <a:solidFill>
                  <a:schemeClr val="tx2"/>
                </a:solidFill>
                <a:latin typeface="Oracle Sans"/>
                <a:ea typeface="Oracle Sans"/>
                <a:cs typeface="Oracle Sans"/>
              </a:rPr>
              <a:t>Eventos</a:t>
            </a:r>
          </a:p>
        </p:txBody>
      </p:sp>
      <p:cxnSp>
        <p:nvCxnSpPr>
          <p:cNvPr id="228" name="Straight Connector 141"/>
          <p:cNvCxnSpPr>
            <a:stCxn xmlns:a="http://schemas.openxmlformats.org/drawingml/2006/main" id="103" idx="3"/>
          </p:cNvCxnSpPr>
          <p:nvPr/>
        </p:nvCxnSpPr>
        <p:spPr>
          <a:xfrm xmlns:a="http://schemas.openxmlformats.org/drawingml/2006/main" flipV="1">
            <a:off x="1817714" y="2395942"/>
            <a:ext cx="4314208" cy="1928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tx1"/>
            </a:solidFill>
            <a:headEnd type="arrow" w="med" len="sm"/>
            <a:tailEnd type="arrow" w="med" len="sm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24" name="Rectangle 123">
            <a:extLst xmlns:a="http://schemas.openxmlformats.org/drawingml/2006/main">
              <a:ext uri="{FF2B5EF4-FFF2-40B4-BE49-F238E27FC236}">
                <a16:creationId xmlns:a16="http://schemas.microsoft.com/office/drawing/2014/main" id="{8ED1674F-E303-45DC-841C-3A2A93A8E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14694" y="4140932"/>
            <a:ext cx="721239" cy="1154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850"/>
              </a:lnSpc>
              <a:buNone/>
            </a:pPr>
            <a:r>
              <a:rPr sz="800">
                <a:solidFill>
                  <a:schemeClr val="tx2"/>
                </a:solidFill>
              </a:rPr>
              <a:t>Grupo primário</a:t>
            </a:r>
          </a:p>
        </p:txBody>
      </p:sp>
      <p:pic>
        <p:nvPicPr>
          <p:cNvPr id="230" name="Graphic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30d7f9a554400d">
            <a:extLst>
              <a:ext uri="{96DAC541-7B7A-43D3-8B79-37D633B846F1}">
                <asvg:svgBlip xmlns:asvg="http://schemas.microsoft.com/office/drawing/2016/SVG/main" r:embed="R8ecb0181f1fc49f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6076055" y="3629245"/>
            <a:ext cx="598516" cy="493776"/>
          </a:xfrm>
          <a:prstGeom xmlns:a="http://schemas.openxmlformats.org/drawingml/2006/main" prst="rect">
            <a:avLst/>
          </a:prstGeom>
        </p:spPr>
      </p:pic>
      <p:sp>
        <p:nvSpPr>
          <p:cNvPr id="127" name="Rectangle 126">
            <a:extLst xmlns:a="http://schemas.openxmlformats.org/drawingml/2006/main">
              <a:ext uri="{FF2B5EF4-FFF2-40B4-BE49-F238E27FC236}">
                <a16:creationId xmlns:a16="http://schemas.microsoft.com/office/drawing/2014/main" id="{28784126-FDD9-44D4-85B3-78672D087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53004" y="4140932"/>
            <a:ext cx="721239" cy="1154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850"/>
              </a:lnSpc>
              <a:buNone/>
            </a:pPr>
            <a:r>
              <a:rPr sz="800">
                <a:solidFill>
                  <a:schemeClr val="tx2"/>
                </a:solidFill>
              </a:rPr>
              <a:t>Notificações</a:t>
            </a:r>
          </a:p>
        </p:txBody>
      </p:sp>
      <p:pic>
        <p:nvPicPr>
          <p:cNvPr id="232" name="Graphic 1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30d7f9a554400d">
            <a:extLst>
              <a:ext uri="{96DAC541-7B7A-43D3-8B79-37D633B846F1}">
                <asvg:svgBlip xmlns:asvg="http://schemas.microsoft.com/office/drawing/2016/SVG/main" r:embed="R8ecb0181f1fc49f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114365" y="3629245"/>
            <a:ext cx="598516" cy="493776"/>
          </a:xfrm>
          <a:prstGeom xmlns:a="http://schemas.openxmlformats.org/drawingml/2006/main" prst="rect">
            <a:avLst/>
          </a:prstGeom>
        </p:spPr>
      </p:pic>
      <p:sp>
        <p:nvSpPr>
          <p:cNvPr id="17" name="Freeform: Shape 16">
            <a:extLst xmlns:a="http://schemas.openxmlformats.org/drawingml/2006/main">
              <a:ext uri="{FF2B5EF4-FFF2-40B4-BE49-F238E27FC236}">
                <a16:creationId xmlns:a16="http://schemas.microsoft.com/office/drawing/2014/main" id="{063170C0-1340-D2A9-44FA-327345080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93522" y="3745867"/>
            <a:ext cx="376764" cy="376762"/>
          </a:xfrm>
          <a:custGeom xmlns:a="http://schemas.openxmlformats.org/drawingml/2006/main">
            <a:gdLst>
              <a:gd name="connsiteX0" fmla="*/ 20168 w 376764"/>
              <a:gd name="connsiteY0" fmla="*/ 375845 h 376762"/>
              <a:gd name="connsiteX1" fmla="*/ 0 w 376764"/>
              <a:gd name="connsiteY1" fmla="*/ 355677 h 376762"/>
              <a:gd name="connsiteX2" fmla="*/ 0 w 376764"/>
              <a:gd name="connsiteY2" fmla="*/ 20167 h 376762"/>
              <a:gd name="connsiteX3" fmla="*/ 20168 w 376764"/>
              <a:gd name="connsiteY3" fmla="*/ 0 h 376762"/>
              <a:gd name="connsiteX4" fmla="*/ 356597 w 376764"/>
              <a:gd name="connsiteY4" fmla="*/ 0 h 376762"/>
              <a:gd name="connsiteX5" fmla="*/ 376765 w 376764"/>
              <a:gd name="connsiteY5" fmla="*/ 20167 h 376762"/>
              <a:gd name="connsiteX6" fmla="*/ 376765 w 376764"/>
              <a:gd name="connsiteY6" fmla="*/ 356594 h 376762"/>
              <a:gd name="connsiteX7" fmla="*/ 356597 w 376764"/>
              <a:gd name="connsiteY7" fmla="*/ 376762 h 376762"/>
              <a:gd name="connsiteX8" fmla="*/ 20168 w 376764"/>
              <a:gd name="connsiteY8" fmla="*/ 375845 h 376762"/>
            </a:gdLst>
            <a:rect l="l" t="t" r="r" b="b"/>
            <a:pathLst>
              <a:path w="376764" h="376762">
                <a:moveTo>
                  <a:pt x="20168" y="375845"/>
                </a:moveTo>
                <a:cubicBezTo>
                  <a:pt x="9170" y="375845"/>
                  <a:pt x="0" y="366675"/>
                  <a:pt x="0" y="355677"/>
                </a:cubicBezTo>
                <a:lnTo>
                  <a:pt x="0" y="20167"/>
                </a:lnTo>
                <a:cubicBezTo>
                  <a:pt x="0" y="9166"/>
                  <a:pt x="9170" y="0"/>
                  <a:pt x="20168" y="0"/>
                </a:cubicBezTo>
                <a:lnTo>
                  <a:pt x="356597" y="0"/>
                </a:lnTo>
                <a:cubicBezTo>
                  <a:pt x="367595" y="0"/>
                  <a:pt x="376765" y="9166"/>
                  <a:pt x="376765" y="20167"/>
                </a:cubicBezTo>
                <a:lnTo>
                  <a:pt x="376765" y="356594"/>
                </a:lnTo>
                <a:cubicBezTo>
                  <a:pt x="376765" y="367593"/>
                  <a:pt x="367595" y="376762"/>
                  <a:pt x="356597" y="376762"/>
                </a:cubicBezTo>
                <a:lnTo>
                  <a:pt x="20168" y="37584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6417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8" name="Freeform: Shape 17">
            <a:extLst xmlns:a="http://schemas.openxmlformats.org/drawingml/2006/main">
              <a:ext uri="{FF2B5EF4-FFF2-40B4-BE49-F238E27FC236}">
                <a16:creationId xmlns:a16="http://schemas.microsoft.com/office/drawing/2014/main" id="{7C19D05B-4480-80B5-BDDF-9425AFC35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88941" y="3741283"/>
            <a:ext cx="385928" cy="385010"/>
          </a:xfrm>
          <a:custGeom xmlns:a="http://schemas.openxmlformats.org/drawingml/2006/main">
            <a:gdLst>
              <a:gd name="connsiteX0" fmla="*/ 360261 w 385928"/>
              <a:gd name="connsiteY0" fmla="*/ 9167 h 385010"/>
              <a:gd name="connsiteX1" fmla="*/ 375841 w 385928"/>
              <a:gd name="connsiteY1" fmla="*/ 24750 h 385010"/>
              <a:gd name="connsiteX2" fmla="*/ 375841 w 385928"/>
              <a:gd name="connsiteY2" fmla="*/ 361179 h 385010"/>
              <a:gd name="connsiteX3" fmla="*/ 360261 w 385928"/>
              <a:gd name="connsiteY3" fmla="*/ 376759 h 385010"/>
              <a:gd name="connsiteX4" fmla="*/ 24750 w 385928"/>
              <a:gd name="connsiteY4" fmla="*/ 376759 h 385010"/>
              <a:gd name="connsiteX5" fmla="*/ 9170 w 385928"/>
              <a:gd name="connsiteY5" fmla="*/ 360261 h 385010"/>
              <a:gd name="connsiteX6" fmla="*/ 9170 w 385928"/>
              <a:gd name="connsiteY6" fmla="*/ 24750 h 385010"/>
              <a:gd name="connsiteX7" fmla="*/ 24750 w 385928"/>
              <a:gd name="connsiteY7" fmla="*/ 9167 h 385010"/>
              <a:gd name="connsiteX8" fmla="*/ 360261 w 385928"/>
              <a:gd name="connsiteY8" fmla="*/ 9167 h 385010"/>
              <a:gd name="connsiteX9" fmla="*/ 360261 w 385928"/>
              <a:gd name="connsiteY9" fmla="*/ 0 h 385010"/>
              <a:gd name="connsiteX10" fmla="*/ 24750 w 385928"/>
              <a:gd name="connsiteY10" fmla="*/ 0 h 385010"/>
              <a:gd name="connsiteX11" fmla="*/ 0 w 385928"/>
              <a:gd name="connsiteY11" fmla="*/ 24750 h 385010"/>
              <a:gd name="connsiteX12" fmla="*/ 0 w 385928"/>
              <a:gd name="connsiteY12" fmla="*/ 361179 h 385010"/>
              <a:gd name="connsiteX13" fmla="*/ 24750 w 385928"/>
              <a:gd name="connsiteY13" fmla="*/ 385011 h 385010"/>
              <a:gd name="connsiteX14" fmla="*/ 361178 w 385928"/>
              <a:gd name="connsiteY14" fmla="*/ 385011 h 385010"/>
              <a:gd name="connsiteX15" fmla="*/ 385928 w 385928"/>
              <a:gd name="connsiteY15" fmla="*/ 360261 h 385010"/>
              <a:gd name="connsiteX16" fmla="*/ 385928 w 385928"/>
              <a:gd name="connsiteY16" fmla="*/ 24750 h 385010"/>
              <a:gd name="connsiteX17" fmla="*/ 360261 w 385928"/>
              <a:gd name="connsiteY17" fmla="*/ 0 h 385010"/>
            </a:gdLst>
            <a:rect l="l" t="t" r="r" b="b"/>
            <a:pathLst>
              <a:path w="385928" h="385010">
                <a:moveTo>
                  <a:pt x="360261" y="9167"/>
                </a:moveTo>
                <a:cubicBezTo>
                  <a:pt x="368513" y="9167"/>
                  <a:pt x="375841" y="16500"/>
                  <a:pt x="375841" y="24750"/>
                </a:cubicBezTo>
                <a:lnTo>
                  <a:pt x="375841" y="361179"/>
                </a:lnTo>
                <a:cubicBezTo>
                  <a:pt x="375841" y="369424"/>
                  <a:pt x="368513" y="376759"/>
                  <a:pt x="360261" y="376759"/>
                </a:cubicBezTo>
                <a:lnTo>
                  <a:pt x="24750" y="376759"/>
                </a:lnTo>
                <a:cubicBezTo>
                  <a:pt x="16498" y="375841"/>
                  <a:pt x="9170" y="368513"/>
                  <a:pt x="9170" y="360261"/>
                </a:cubicBezTo>
                <a:lnTo>
                  <a:pt x="9170" y="24750"/>
                </a:lnTo>
                <a:cubicBezTo>
                  <a:pt x="9170" y="16500"/>
                  <a:pt x="16498" y="9167"/>
                  <a:pt x="24750" y="9167"/>
                </a:cubicBezTo>
                <a:lnTo>
                  <a:pt x="360261" y="9167"/>
                </a:lnTo>
                <a:close/>
                <a:moveTo>
                  <a:pt x="360261" y="0"/>
                </a:moveTo>
                <a:lnTo>
                  <a:pt x="24750" y="0"/>
                </a:lnTo>
                <a:cubicBezTo>
                  <a:pt x="10998" y="0"/>
                  <a:pt x="0" y="11000"/>
                  <a:pt x="0" y="24750"/>
                </a:cubicBezTo>
                <a:lnTo>
                  <a:pt x="0" y="361179"/>
                </a:lnTo>
                <a:cubicBezTo>
                  <a:pt x="0" y="374012"/>
                  <a:pt x="10998" y="385011"/>
                  <a:pt x="24750" y="385011"/>
                </a:cubicBezTo>
                <a:lnTo>
                  <a:pt x="361178" y="385011"/>
                </a:lnTo>
                <a:cubicBezTo>
                  <a:pt x="374930" y="385011"/>
                  <a:pt x="385928" y="374012"/>
                  <a:pt x="385928" y="360261"/>
                </a:cubicBezTo>
                <a:lnTo>
                  <a:pt x="385928" y="24750"/>
                </a:lnTo>
                <a:cubicBezTo>
                  <a:pt x="385011" y="11000"/>
                  <a:pt x="374012" y="0"/>
                  <a:pt x="360261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6417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9" name="Freeform: Shape 8">
            <a:extLst xmlns:a="http://schemas.openxmlformats.org/drawingml/2006/main">
              <a:ext uri="{FF2B5EF4-FFF2-40B4-BE49-F238E27FC236}">
                <a16:creationId xmlns:a16="http://schemas.microsoft.com/office/drawing/2014/main" id="{B031E45F-8A83-0756-74C7-B3ECF5FED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98110" y="3750450"/>
            <a:ext cx="367588" cy="366679"/>
          </a:xfrm>
          <a:custGeom xmlns:a="http://schemas.openxmlformats.org/drawingml/2006/main">
            <a:gdLst>
              <a:gd name="connsiteX0" fmla="*/ 351091 w 367588"/>
              <a:gd name="connsiteY0" fmla="*/ 0 h 366679"/>
              <a:gd name="connsiteX1" fmla="*/ 15580 w 367588"/>
              <a:gd name="connsiteY1" fmla="*/ 0 h 366679"/>
              <a:gd name="connsiteX2" fmla="*/ 0 w 367588"/>
              <a:gd name="connsiteY2" fmla="*/ 15584 h 366679"/>
              <a:gd name="connsiteX3" fmla="*/ 0 w 367588"/>
              <a:gd name="connsiteY3" fmla="*/ 352011 h 366679"/>
              <a:gd name="connsiteX4" fmla="*/ 15580 w 367588"/>
              <a:gd name="connsiteY4" fmla="*/ 366680 h 366679"/>
              <a:gd name="connsiteX5" fmla="*/ 352009 w 367588"/>
              <a:gd name="connsiteY5" fmla="*/ 366680 h 366679"/>
              <a:gd name="connsiteX6" fmla="*/ 367589 w 367588"/>
              <a:gd name="connsiteY6" fmla="*/ 351093 h 366679"/>
              <a:gd name="connsiteX7" fmla="*/ 367589 w 367588"/>
              <a:gd name="connsiteY7" fmla="*/ 15584 h 366679"/>
              <a:gd name="connsiteX8" fmla="*/ 351091 w 367588"/>
              <a:gd name="connsiteY8" fmla="*/ 0 h 366679"/>
              <a:gd name="connsiteX9" fmla="*/ 352926 w 367588"/>
              <a:gd name="connsiteY9" fmla="*/ 351093 h 366679"/>
              <a:gd name="connsiteX10" fmla="*/ 351091 w 367588"/>
              <a:gd name="connsiteY10" fmla="*/ 352928 h 366679"/>
              <a:gd name="connsiteX11" fmla="*/ 15580 w 367588"/>
              <a:gd name="connsiteY11" fmla="*/ 352928 h 366679"/>
              <a:gd name="connsiteX12" fmla="*/ 13745 w 367588"/>
              <a:gd name="connsiteY12" fmla="*/ 351093 h 366679"/>
              <a:gd name="connsiteX13" fmla="*/ 13745 w 367588"/>
              <a:gd name="connsiteY13" fmla="*/ 15584 h 366679"/>
              <a:gd name="connsiteX14" fmla="*/ 15580 w 367588"/>
              <a:gd name="connsiteY14" fmla="*/ 13751 h 366679"/>
              <a:gd name="connsiteX15" fmla="*/ 352009 w 367588"/>
              <a:gd name="connsiteY15" fmla="*/ 13751 h 366679"/>
              <a:gd name="connsiteX16" fmla="*/ 353838 w 367588"/>
              <a:gd name="connsiteY16" fmla="*/ 15584 h 366679"/>
              <a:gd name="connsiteX17" fmla="*/ 352926 w 367588"/>
              <a:gd name="connsiteY17" fmla="*/ 351093 h 366679"/>
            </a:gdLst>
            <a:rect l="l" t="t" r="r" b="b"/>
            <a:pathLst>
              <a:path w="367588" h="366679">
                <a:moveTo>
                  <a:pt x="351091" y="0"/>
                </a:moveTo>
                <a:lnTo>
                  <a:pt x="15580" y="0"/>
                </a:lnTo>
                <a:cubicBezTo>
                  <a:pt x="7328" y="0"/>
                  <a:pt x="0" y="7334"/>
                  <a:pt x="0" y="15584"/>
                </a:cubicBezTo>
                <a:lnTo>
                  <a:pt x="0" y="352011"/>
                </a:lnTo>
                <a:cubicBezTo>
                  <a:pt x="0" y="359345"/>
                  <a:pt x="7328" y="366680"/>
                  <a:pt x="15580" y="366680"/>
                </a:cubicBezTo>
                <a:lnTo>
                  <a:pt x="352009" y="366680"/>
                </a:lnTo>
                <a:cubicBezTo>
                  <a:pt x="360254" y="366680"/>
                  <a:pt x="367589" y="359345"/>
                  <a:pt x="367589" y="351093"/>
                </a:cubicBezTo>
                <a:lnTo>
                  <a:pt x="367589" y="15584"/>
                </a:lnTo>
                <a:cubicBezTo>
                  <a:pt x="366671" y="7334"/>
                  <a:pt x="359343" y="0"/>
                  <a:pt x="351091" y="0"/>
                </a:cubicBezTo>
                <a:close/>
                <a:moveTo>
                  <a:pt x="352926" y="351093"/>
                </a:moveTo>
                <a:cubicBezTo>
                  <a:pt x="352926" y="352011"/>
                  <a:pt x="352009" y="352928"/>
                  <a:pt x="351091" y="352928"/>
                </a:cubicBezTo>
                <a:lnTo>
                  <a:pt x="15580" y="352928"/>
                </a:lnTo>
                <a:cubicBezTo>
                  <a:pt x="14663" y="352928"/>
                  <a:pt x="13745" y="352011"/>
                  <a:pt x="13745" y="351093"/>
                </a:cubicBezTo>
                <a:lnTo>
                  <a:pt x="13745" y="15584"/>
                </a:lnTo>
                <a:cubicBezTo>
                  <a:pt x="13745" y="14667"/>
                  <a:pt x="14663" y="13751"/>
                  <a:pt x="15580" y="13751"/>
                </a:cubicBezTo>
                <a:lnTo>
                  <a:pt x="352009" y="13751"/>
                </a:lnTo>
                <a:cubicBezTo>
                  <a:pt x="352926" y="13751"/>
                  <a:pt x="353838" y="14667"/>
                  <a:pt x="353838" y="15584"/>
                </a:cubicBezTo>
                <a:lnTo>
                  <a:pt x="352926" y="351093"/>
                </a:lnTo>
                <a:close/>
              </a:path>
            </a:pathLst>
          </a:custGeom>
          <a:solidFill xmlns:a="http://schemas.openxmlformats.org/drawingml/2006/main">
            <a:srgbClr val="2D5967"/>
          </a:solidFill>
          <a:ln xmlns:a="http://schemas.openxmlformats.org/drawingml/2006/main" w="6417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0" name="Freeform: Shape 9">
            <a:extLst xmlns:a="http://schemas.openxmlformats.org/drawingml/2006/main">
              <a:ext uri="{FF2B5EF4-FFF2-40B4-BE49-F238E27FC236}">
                <a16:creationId xmlns:a16="http://schemas.microsoft.com/office/drawing/2014/main" id="{E5569A40-7719-0ADD-C116-68195138C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38440" y="3993372"/>
            <a:ext cx="285093" cy="81586"/>
          </a:xfrm>
          <a:custGeom xmlns:a="http://schemas.openxmlformats.org/drawingml/2006/main">
            <a:gdLst>
              <a:gd name="connsiteX0" fmla="*/ 0 w 285093"/>
              <a:gd name="connsiteY0" fmla="*/ 81586 h 81586"/>
              <a:gd name="connsiteX1" fmla="*/ 285094 w 285093"/>
              <a:gd name="connsiteY1" fmla="*/ 81586 h 81586"/>
              <a:gd name="connsiteX2" fmla="*/ 285094 w 285093"/>
              <a:gd name="connsiteY2" fmla="*/ 0 h 81586"/>
              <a:gd name="connsiteX3" fmla="*/ 0 w 285093"/>
              <a:gd name="connsiteY3" fmla="*/ 0 h 81586"/>
              <a:gd name="connsiteX4" fmla="*/ 0 w 285093"/>
              <a:gd name="connsiteY4" fmla="*/ 81586 h 81586"/>
              <a:gd name="connsiteX5" fmla="*/ 13751 w 285093"/>
              <a:gd name="connsiteY5" fmla="*/ 13751 h 81586"/>
              <a:gd name="connsiteX6" fmla="*/ 271343 w 285093"/>
              <a:gd name="connsiteY6" fmla="*/ 13751 h 81586"/>
              <a:gd name="connsiteX7" fmla="*/ 271343 w 285093"/>
              <a:gd name="connsiteY7" fmla="*/ 67836 h 81586"/>
              <a:gd name="connsiteX8" fmla="*/ 13751 w 285093"/>
              <a:gd name="connsiteY8" fmla="*/ 67836 h 81586"/>
              <a:gd name="connsiteX9" fmla="*/ 13751 w 285093"/>
              <a:gd name="connsiteY9" fmla="*/ 13751 h 81586"/>
            </a:gdLst>
            <a:rect l="l" t="t" r="r" b="b"/>
            <a:pathLst>
              <a:path w="285093" h="81586">
                <a:moveTo>
                  <a:pt x="0" y="81586"/>
                </a:moveTo>
                <a:lnTo>
                  <a:pt x="285094" y="81586"/>
                </a:lnTo>
                <a:lnTo>
                  <a:pt x="285094" y="0"/>
                </a:lnTo>
                <a:lnTo>
                  <a:pt x="0" y="0"/>
                </a:lnTo>
                <a:lnTo>
                  <a:pt x="0" y="81586"/>
                </a:lnTo>
                <a:close/>
                <a:moveTo>
                  <a:pt x="13751" y="13751"/>
                </a:moveTo>
                <a:lnTo>
                  <a:pt x="271343" y="13751"/>
                </a:lnTo>
                <a:lnTo>
                  <a:pt x="271343" y="67836"/>
                </a:lnTo>
                <a:lnTo>
                  <a:pt x="13751" y="67836"/>
                </a:lnTo>
                <a:lnTo>
                  <a:pt x="13751" y="13751"/>
                </a:lnTo>
                <a:close/>
              </a:path>
            </a:pathLst>
          </a:custGeom>
          <a:solidFill xmlns:a="http://schemas.openxmlformats.org/drawingml/2006/main">
            <a:srgbClr val="2D5967"/>
          </a:solidFill>
          <a:ln xmlns:a="http://schemas.openxmlformats.org/drawingml/2006/main" w="6417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2" name="Freeform: Shape 11">
            <a:extLst xmlns:a="http://schemas.openxmlformats.org/drawingml/2006/main">
              <a:ext uri="{FF2B5EF4-FFF2-40B4-BE49-F238E27FC236}">
                <a16:creationId xmlns:a16="http://schemas.microsoft.com/office/drawing/2014/main" id="{90DBC4B5-7CE6-6D10-5375-04F451275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69446" y="4023624"/>
            <a:ext cx="20168" cy="20167"/>
          </a:xfrm>
          <a:custGeom xmlns:a="http://schemas.openxmlformats.org/drawingml/2006/main">
            <a:gdLst>
              <a:gd name="connsiteX0" fmla="*/ 10087 w 20168"/>
              <a:gd name="connsiteY0" fmla="*/ 20167 h 20167"/>
              <a:gd name="connsiteX1" fmla="*/ 20168 w 20168"/>
              <a:gd name="connsiteY1" fmla="*/ 10083 h 20167"/>
              <a:gd name="connsiteX2" fmla="*/ 10087 w 20168"/>
              <a:gd name="connsiteY2" fmla="*/ 0 h 20167"/>
              <a:gd name="connsiteX3" fmla="*/ 0 w 20168"/>
              <a:gd name="connsiteY3" fmla="*/ 10083 h 20167"/>
              <a:gd name="connsiteX4" fmla="*/ 10087 w 20168"/>
              <a:gd name="connsiteY4" fmla="*/ 20167 h 20167"/>
            </a:gdLst>
            <a:rect l="l" t="t" r="r" b="b"/>
            <a:pathLst>
              <a:path w="20168" h="20167">
                <a:moveTo>
                  <a:pt x="10087" y="20167"/>
                </a:moveTo>
                <a:cubicBezTo>
                  <a:pt x="15657" y="20167"/>
                  <a:pt x="20168" y="15653"/>
                  <a:pt x="20168" y="10083"/>
                </a:cubicBezTo>
                <a:cubicBezTo>
                  <a:pt x="20168" y="4515"/>
                  <a:pt x="15657" y="0"/>
                  <a:pt x="10087" y="0"/>
                </a:cubicBezTo>
                <a:cubicBezTo>
                  <a:pt x="4517" y="0"/>
                  <a:pt x="0" y="4515"/>
                  <a:pt x="0" y="10083"/>
                </a:cubicBezTo>
                <a:cubicBezTo>
                  <a:pt x="0" y="15653"/>
                  <a:pt x="4517" y="20167"/>
                  <a:pt x="10087" y="20167"/>
                </a:cubicBezTo>
                <a:close/>
              </a:path>
            </a:pathLst>
          </a:custGeom>
          <a:solidFill xmlns:a="http://schemas.openxmlformats.org/drawingml/2006/main">
            <a:srgbClr val="2D5967"/>
          </a:solidFill>
          <a:ln xmlns:a="http://schemas.openxmlformats.org/drawingml/2006/main" w="6417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3" name="Freeform: Shape 12">
            <a:extLst xmlns:a="http://schemas.openxmlformats.org/drawingml/2006/main">
              <a:ext uri="{FF2B5EF4-FFF2-40B4-BE49-F238E27FC236}">
                <a16:creationId xmlns:a16="http://schemas.microsoft.com/office/drawing/2014/main" id="{6DF0CAB1-F0A4-6F7E-2077-C8EAEF464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38440" y="3790785"/>
            <a:ext cx="285093" cy="81585"/>
          </a:xfrm>
          <a:custGeom xmlns:a="http://schemas.openxmlformats.org/drawingml/2006/main">
            <a:gdLst>
              <a:gd name="connsiteX0" fmla="*/ 0 w 285093"/>
              <a:gd name="connsiteY0" fmla="*/ 81585 h 81585"/>
              <a:gd name="connsiteX1" fmla="*/ 285094 w 285093"/>
              <a:gd name="connsiteY1" fmla="*/ 81585 h 81585"/>
              <a:gd name="connsiteX2" fmla="*/ 285094 w 285093"/>
              <a:gd name="connsiteY2" fmla="*/ 0 h 81585"/>
              <a:gd name="connsiteX3" fmla="*/ 0 w 285093"/>
              <a:gd name="connsiteY3" fmla="*/ 0 h 81585"/>
              <a:gd name="connsiteX4" fmla="*/ 0 w 285093"/>
              <a:gd name="connsiteY4" fmla="*/ 81585 h 81585"/>
              <a:gd name="connsiteX5" fmla="*/ 13751 w 285093"/>
              <a:gd name="connsiteY5" fmla="*/ 13750 h 81585"/>
              <a:gd name="connsiteX6" fmla="*/ 271343 w 285093"/>
              <a:gd name="connsiteY6" fmla="*/ 13750 h 81585"/>
              <a:gd name="connsiteX7" fmla="*/ 271343 w 285093"/>
              <a:gd name="connsiteY7" fmla="*/ 67835 h 81585"/>
              <a:gd name="connsiteX8" fmla="*/ 13751 w 285093"/>
              <a:gd name="connsiteY8" fmla="*/ 67835 h 81585"/>
              <a:gd name="connsiteX9" fmla="*/ 13751 w 285093"/>
              <a:gd name="connsiteY9" fmla="*/ 13750 h 81585"/>
            </a:gdLst>
            <a:rect l="l" t="t" r="r" b="b"/>
            <a:pathLst>
              <a:path w="285093" h="81585">
                <a:moveTo>
                  <a:pt x="0" y="81585"/>
                </a:moveTo>
                <a:lnTo>
                  <a:pt x="285094" y="81585"/>
                </a:lnTo>
                <a:lnTo>
                  <a:pt x="285094" y="0"/>
                </a:lnTo>
                <a:lnTo>
                  <a:pt x="0" y="0"/>
                </a:lnTo>
                <a:lnTo>
                  <a:pt x="0" y="81585"/>
                </a:lnTo>
                <a:close/>
                <a:moveTo>
                  <a:pt x="13751" y="13750"/>
                </a:moveTo>
                <a:lnTo>
                  <a:pt x="271343" y="13750"/>
                </a:lnTo>
                <a:lnTo>
                  <a:pt x="271343" y="67835"/>
                </a:lnTo>
                <a:lnTo>
                  <a:pt x="13751" y="67835"/>
                </a:lnTo>
                <a:lnTo>
                  <a:pt x="13751" y="13750"/>
                </a:lnTo>
                <a:close/>
              </a:path>
            </a:pathLst>
          </a:custGeom>
          <a:solidFill xmlns:a="http://schemas.openxmlformats.org/drawingml/2006/main">
            <a:srgbClr val="2D5967"/>
          </a:solidFill>
          <a:ln xmlns:a="http://schemas.openxmlformats.org/drawingml/2006/main" w="6417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4" name="Freeform: Shape 13">
            <a:extLst xmlns:a="http://schemas.openxmlformats.org/drawingml/2006/main">
              <a:ext uri="{FF2B5EF4-FFF2-40B4-BE49-F238E27FC236}">
                <a16:creationId xmlns:a16="http://schemas.microsoft.com/office/drawing/2014/main" id="{21967729-5C4C-8E4C-4DAC-5EA134304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69446" y="3821954"/>
            <a:ext cx="20168" cy="20166"/>
          </a:xfrm>
          <a:custGeom xmlns:a="http://schemas.openxmlformats.org/drawingml/2006/main">
            <a:gdLst>
              <a:gd name="connsiteX0" fmla="*/ 10087 w 20168"/>
              <a:gd name="connsiteY0" fmla="*/ 20167 h 20166"/>
              <a:gd name="connsiteX1" fmla="*/ 20168 w 20168"/>
              <a:gd name="connsiteY1" fmla="*/ 10083 h 20166"/>
              <a:gd name="connsiteX2" fmla="*/ 10087 w 20168"/>
              <a:gd name="connsiteY2" fmla="*/ 0 h 20166"/>
              <a:gd name="connsiteX3" fmla="*/ 0 w 20168"/>
              <a:gd name="connsiteY3" fmla="*/ 10083 h 20166"/>
              <a:gd name="connsiteX4" fmla="*/ 10087 w 20168"/>
              <a:gd name="connsiteY4" fmla="*/ 20167 h 20166"/>
            </a:gdLst>
            <a:rect l="l" t="t" r="r" b="b"/>
            <a:pathLst>
              <a:path w="20168" h="20166">
                <a:moveTo>
                  <a:pt x="10087" y="20167"/>
                </a:moveTo>
                <a:cubicBezTo>
                  <a:pt x="15657" y="20167"/>
                  <a:pt x="20168" y="15653"/>
                  <a:pt x="20168" y="10083"/>
                </a:cubicBezTo>
                <a:cubicBezTo>
                  <a:pt x="20168" y="4514"/>
                  <a:pt x="15657" y="0"/>
                  <a:pt x="10087" y="0"/>
                </a:cubicBezTo>
                <a:cubicBezTo>
                  <a:pt x="4517" y="0"/>
                  <a:pt x="0" y="4514"/>
                  <a:pt x="0" y="10083"/>
                </a:cubicBezTo>
                <a:cubicBezTo>
                  <a:pt x="0" y="15653"/>
                  <a:pt x="4517" y="20167"/>
                  <a:pt x="10087" y="20167"/>
                </a:cubicBezTo>
                <a:close/>
              </a:path>
            </a:pathLst>
          </a:custGeom>
          <a:solidFill xmlns:a="http://schemas.openxmlformats.org/drawingml/2006/main">
            <a:srgbClr val="2D5967"/>
          </a:solidFill>
          <a:ln xmlns:a="http://schemas.openxmlformats.org/drawingml/2006/main" w="6417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5" name="Freeform: Shape 14">
            <a:extLst xmlns:a="http://schemas.openxmlformats.org/drawingml/2006/main">
              <a:ext uri="{FF2B5EF4-FFF2-40B4-BE49-F238E27FC236}">
                <a16:creationId xmlns:a16="http://schemas.microsoft.com/office/drawing/2014/main" id="{0CABC6C0-DB31-A6C5-35D5-7DED8EFD9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38440" y="3892539"/>
            <a:ext cx="285093" cy="81585"/>
          </a:xfrm>
          <a:custGeom xmlns:a="http://schemas.openxmlformats.org/drawingml/2006/main">
            <a:gdLst>
              <a:gd name="connsiteX0" fmla="*/ 0 w 285093"/>
              <a:gd name="connsiteY0" fmla="*/ 81586 h 81585"/>
              <a:gd name="connsiteX1" fmla="*/ 285094 w 285093"/>
              <a:gd name="connsiteY1" fmla="*/ 81586 h 81585"/>
              <a:gd name="connsiteX2" fmla="*/ 285094 w 285093"/>
              <a:gd name="connsiteY2" fmla="*/ 0 h 81585"/>
              <a:gd name="connsiteX3" fmla="*/ 0 w 285093"/>
              <a:gd name="connsiteY3" fmla="*/ 0 h 81585"/>
              <a:gd name="connsiteX4" fmla="*/ 0 w 285093"/>
              <a:gd name="connsiteY4" fmla="*/ 81586 h 81585"/>
              <a:gd name="connsiteX5" fmla="*/ 13751 w 285093"/>
              <a:gd name="connsiteY5" fmla="*/ 13750 h 81585"/>
              <a:gd name="connsiteX6" fmla="*/ 271343 w 285093"/>
              <a:gd name="connsiteY6" fmla="*/ 13750 h 81585"/>
              <a:gd name="connsiteX7" fmla="*/ 271343 w 285093"/>
              <a:gd name="connsiteY7" fmla="*/ 68752 h 81585"/>
              <a:gd name="connsiteX8" fmla="*/ 13751 w 285093"/>
              <a:gd name="connsiteY8" fmla="*/ 68752 h 81585"/>
              <a:gd name="connsiteX9" fmla="*/ 13751 w 285093"/>
              <a:gd name="connsiteY9" fmla="*/ 13750 h 81585"/>
            </a:gdLst>
            <a:rect l="l" t="t" r="r" b="b"/>
            <a:pathLst>
              <a:path w="285093" h="81585">
                <a:moveTo>
                  <a:pt x="0" y="81586"/>
                </a:moveTo>
                <a:lnTo>
                  <a:pt x="285094" y="81586"/>
                </a:lnTo>
                <a:lnTo>
                  <a:pt x="285094" y="0"/>
                </a:lnTo>
                <a:lnTo>
                  <a:pt x="0" y="0"/>
                </a:lnTo>
                <a:lnTo>
                  <a:pt x="0" y="81586"/>
                </a:lnTo>
                <a:close/>
                <a:moveTo>
                  <a:pt x="13751" y="13750"/>
                </a:moveTo>
                <a:lnTo>
                  <a:pt x="271343" y="13750"/>
                </a:lnTo>
                <a:lnTo>
                  <a:pt x="271343" y="68752"/>
                </a:lnTo>
                <a:lnTo>
                  <a:pt x="13751" y="68752"/>
                </a:lnTo>
                <a:lnTo>
                  <a:pt x="13751" y="13750"/>
                </a:lnTo>
                <a:close/>
              </a:path>
            </a:pathLst>
          </a:custGeom>
          <a:solidFill xmlns:a="http://schemas.openxmlformats.org/drawingml/2006/main">
            <a:srgbClr val="2D5967"/>
          </a:solidFill>
          <a:ln xmlns:a="http://schemas.openxmlformats.org/drawingml/2006/main" w="6417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6" name="Freeform: Shape 15">
            <a:extLst xmlns:a="http://schemas.openxmlformats.org/drawingml/2006/main">
              <a:ext uri="{FF2B5EF4-FFF2-40B4-BE49-F238E27FC236}">
                <a16:creationId xmlns:a16="http://schemas.microsoft.com/office/drawing/2014/main" id="{C44B55E8-4B53-6052-3490-ED42F336C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69446" y="3923705"/>
            <a:ext cx="20168" cy="20167"/>
          </a:xfrm>
          <a:custGeom xmlns:a="http://schemas.openxmlformats.org/drawingml/2006/main">
            <a:gdLst>
              <a:gd name="connsiteX0" fmla="*/ 10087 w 20168"/>
              <a:gd name="connsiteY0" fmla="*/ 20167 h 20167"/>
              <a:gd name="connsiteX1" fmla="*/ 20168 w 20168"/>
              <a:gd name="connsiteY1" fmla="*/ 10083 h 20167"/>
              <a:gd name="connsiteX2" fmla="*/ 10087 w 20168"/>
              <a:gd name="connsiteY2" fmla="*/ 0 h 20167"/>
              <a:gd name="connsiteX3" fmla="*/ 0 w 20168"/>
              <a:gd name="connsiteY3" fmla="*/ 10083 h 20167"/>
              <a:gd name="connsiteX4" fmla="*/ 10087 w 20168"/>
              <a:gd name="connsiteY4" fmla="*/ 20167 h 20167"/>
            </a:gdLst>
            <a:rect l="l" t="t" r="r" b="b"/>
            <a:pathLst>
              <a:path w="20168" h="20167">
                <a:moveTo>
                  <a:pt x="10087" y="20167"/>
                </a:moveTo>
                <a:cubicBezTo>
                  <a:pt x="15657" y="20167"/>
                  <a:pt x="20168" y="15653"/>
                  <a:pt x="20168" y="10083"/>
                </a:cubicBezTo>
                <a:cubicBezTo>
                  <a:pt x="20168" y="4515"/>
                  <a:pt x="15657" y="0"/>
                  <a:pt x="10087" y="0"/>
                </a:cubicBezTo>
                <a:cubicBezTo>
                  <a:pt x="4517" y="0"/>
                  <a:pt x="0" y="4515"/>
                  <a:pt x="0" y="10083"/>
                </a:cubicBezTo>
                <a:cubicBezTo>
                  <a:pt x="0" y="15653"/>
                  <a:pt x="4517" y="20167"/>
                  <a:pt x="10087" y="20167"/>
                </a:cubicBezTo>
                <a:close/>
              </a:path>
            </a:pathLst>
          </a:custGeom>
          <a:solidFill xmlns:a="http://schemas.openxmlformats.org/drawingml/2006/main">
            <a:srgbClr val="2D5967"/>
          </a:solidFill>
          <a:ln xmlns:a="http://schemas.openxmlformats.org/drawingml/2006/main" w="6417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4445C9B-6212-6A9A-EAEA-0EEF5FBAC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80246" y="4085810"/>
            <a:ext cx="816249" cy="2169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10">
                <a:solidFill>
                  <a:srgbClr val="000000"/>
                </a:solidFill>
                <a:latin typeface="Oracle Sans"/>
                <a:ea typeface="Oracle Sans"/>
                <a:cs typeface="Oracle Sans"/>
              </a:rPr>
              <a:t>Consumer</a:t>
            </a:r>
          </a:p>
        </p:txBody>
      </p:sp>
    </p:spTree>
    <p:extLst>
      <p:ext uri="{BB962C8B-B14F-4D97-AF65-F5344CB8AC3E}">
        <p14:creationId xmlns:p14="http://schemas.microsoft.com/office/powerpoint/2010/main" val="3689237611"/>
      </p:ext>
    </p:extLst>
  </p:cSld>
</p:sld>
</file>

<file path=ppt/theme/theme1.xml><?xml version="1.0" encoding="utf-8"?>
<a:theme xmlns:a="http://schemas.openxmlformats.org/drawingml/2006/main" name="Oracle-Redwood">
  <a:themeElements>
    <a:clrScheme name="OCI Diagram Theme">
      <a:dk1>
        <a:srgbClr val="312D2A"/>
      </a:dk1>
      <a:lt1>
        <a:srgbClr val="FCFBFA"/>
      </a:lt1>
      <a:dk2>
        <a:srgbClr val="312D2A"/>
      </a:dk2>
      <a:lt2>
        <a:srgbClr val="F5F4F2"/>
      </a:lt2>
      <a:accent1>
        <a:srgbClr val="C74634"/>
      </a:accent1>
      <a:accent2>
        <a:srgbClr val="DFDCD8"/>
      </a:accent2>
      <a:accent3>
        <a:srgbClr val="9E9892"/>
      </a:accent3>
      <a:accent4>
        <a:srgbClr val="70736E"/>
      </a:accent4>
      <a:accent5>
        <a:srgbClr val="AE562C"/>
      </a:accent5>
      <a:accent6>
        <a:srgbClr val="759C6C"/>
      </a:accent6>
      <a:hlink>
        <a:srgbClr val="00688C"/>
      </a:hlink>
      <a:folHlink>
        <a:srgbClr val="00688C"/>
      </a:folHlink>
    </a:clrScheme>
    <a:fontScheme name="Oracle Sans Tabular">
      <a:majorFont>
        <a:latin typeface="Georgia"/>
        <a:ea typeface=""/>
        <a:cs typeface=""/>
      </a:majorFont>
      <a:minorFont>
        <a:latin typeface="Oracle Sans Tab"/>
        <a:ea typeface=""/>
        <a:cs typeface=""/>
      </a:minorFont>
    </a:fontScheme>
    <a:fmtScheme name="OCI Diagram Theme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65000"/>
          </a:schemeClr>
        </a:solidFill>
      </a:fillStyleLst>
      <a:lnStyleLst>
        <a:ln w="3175">
          <a:solidFill>
            <a:schemeClr val="phClr">
              <a:shade val="65000"/>
            </a:schemeClr>
          </a:solidFill>
          <a:prstDash val="solid"/>
        </a:ln>
        <a:ln w="3175">
          <a:solidFill>
            <a:schemeClr val="phClr"/>
          </a:solidFill>
          <a:prstDash val="solid"/>
        </a:ln>
        <a:ln w="0">
          <a:noFill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2026-07-27T22:21:00.0860000Z</dcterms:created>
  <dcterms:modified xsi:type="dcterms:W3CDTF">2026-07-27T22:21:00.0860000Z</dcterms:modified>
</coreProperties>
</file>