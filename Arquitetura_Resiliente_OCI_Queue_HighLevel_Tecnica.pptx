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68fca94834a42" /><Relationship Type="http://schemas.openxmlformats.org/officeDocument/2006/relationships/extended-properties" Target="/docProps/app.xml" Id="R9b30b690a659430a" /><Relationship Type="http://schemas.openxmlformats.org/officeDocument/2006/relationships/officeDocument" Target="/ppt/presentation.xml" Id="R6bf0bc215aea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71aea105e437b"/>
    <p:sldMasterId xmlns:r="http://schemas.openxmlformats.org/officeDocument/2006/relationships" id="2147483689" r:id="R085cada105784678"/>
  </p:sldMasterIdLst>
  <p:notesMasterIdLst>
    <p:notesMasterId xmlns:r="http://schemas.openxmlformats.org/officeDocument/2006/relationships" r:id="R7d2379c8f47a4cb0"/>
  </p:notesMasterIdLst>
  <p:sldIdLst>
    <p:sldId xmlns:r="http://schemas.openxmlformats.org/officeDocument/2006/relationships" id="256" r:id="R3231fb8415d84d2e"/>
    <p:sldId xmlns:r="http://schemas.openxmlformats.org/officeDocument/2006/relationships" id="257" r:id="R67092a2d1c9c4552"/>
    <p:sldId xmlns:r="http://schemas.openxmlformats.org/officeDocument/2006/relationships" id="258" r:id="Rdd191793989e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b8a04c4b94352" /><Relationship Type="http://schemas.openxmlformats.org/officeDocument/2006/relationships/slideMaster" Target="/ppt/slideMasters/slideMaster1.xml" Id="Rad571aea105e437b" /><Relationship Type="http://schemas.openxmlformats.org/officeDocument/2006/relationships/slideMaster" Target="/ppt/slideMasters/slideMaster2.xml" Id="R085cada105784678" /><Relationship Type="http://schemas.openxmlformats.org/officeDocument/2006/relationships/notesMaster" Target="/ppt/notesMasters/notesMaster1.xml" Id="R7d2379c8f47a4cb0" /><Relationship Type="http://schemas.openxmlformats.org/officeDocument/2006/relationships/presProps" Target="/ppt/presProps.xml" Id="Re57f59a8d4c64e65" /><Relationship Type="http://schemas.openxmlformats.org/officeDocument/2006/relationships/viewProps" Target="/ppt/viewProps.xml" Id="R8b4e29a8ffa1407c" /><Relationship Type="http://schemas.openxmlformats.org/officeDocument/2006/relationships/tableStyles" Target="/ppt/tableStyles.xml" Id="Rd118ce980f3e46a6" /><Relationship Type="http://schemas.openxmlformats.org/officeDocument/2006/relationships/slide" Target="/ppt/slides/slide1.xml" Id="R3231fb8415d84d2e" /><Relationship Type="http://schemas.openxmlformats.org/officeDocument/2006/relationships/slide" Target="/ppt/slides/slide2.xml" Id="R67092a2d1c9c4552" /><Relationship Type="http://schemas.openxmlformats.org/officeDocument/2006/relationships/slide" Target="/ppt/slides/slide3.xml" Id="Rdd191793989e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37570da095643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6491e1df644f1e" /><Relationship Type="http://schemas.openxmlformats.org/officeDocument/2006/relationships/notesMaster" Target="/ppt/notesMasters/notesMaster1.xml" Id="R301a475483b247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9c5767bf734900" /><Relationship Type="http://schemas.openxmlformats.org/officeDocument/2006/relationships/notesMaster" Target="/ppt/notesMasters/notesMaster1.xml" Id="R63f76a2dca60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d81486cac44ec" /><Relationship Type="http://schemas.openxmlformats.org/officeDocument/2006/relationships/notesMaster" Target="/ppt/notesMasters/notesMaster1.xml" Id="Rb376ca13fb7a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OCI_Cache_HA_Architecture.pptx e OCI_Icons.pptx (arquivos fornecidos pelo usuário) — estrutura visual, ícones e paleta.</a:t>
            </a:r>
          </a:p>
          <a:p xmlns:a="http://schemas.openxmlformats.org/drawingml/2006/main">
            <a:r>
              <a:t>- Workspace ResilientHAQueue — componentes Spring Boot e práticas de resiliência.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OCI_Cache_HA_Architecture.pptx e OCI_Icons.pptx (arquivos fornecidos pelo usuário) — layout, ícones e paleta.</a:t>
            </a:r>
          </a:p>
          <a:p xmlns:a="http://schemas.openxmlformats.org/drawingml/2006/main">
            <a:r>
              <a:t>- Oracle Cloud Infrastructure, “Fan-out with Filtering (Consumer Groups)”: https://docs.oracle.com/en-us/iaas/Content/queue/fanout-top.htm — consumer groups, fan-out e filtros por atributos.</a:t>
            </a:r>
          </a:p>
          <a:p xmlns:a="http://schemas.openxmlformats.org/drawingml/2006/main">
            <a:r>
              <a:t>- Workspace ResilientHAQueue — produtor, consumidor, retry, backoff e circuit breaker.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OCI_Cache_HA_Architecture.pptx e OCI_Icons.pptx (arquivos fornecidos pelo usuário) — layout, ícones e paleta.</a:t>
            </a:r>
          </a:p>
          <a:p xmlns:a="http://schemas.openxmlformats.org/drawingml/2006/main">
            <a:r>
              <a:t>- Oracle Cloud Infrastructure, “Fan-out with Filtering (Consumer Groups)”: https://docs.oracle.com/en-us/iaas/Content/queue/fanout-top.htm — grupos, filtros, retenção e entrega pull-based.</a:t>
            </a:r>
          </a:p>
          <a:p xmlns:a="http://schemas.openxmlformats.org/drawingml/2006/main">
            <a:r>
              <a:t>- Workspace ResilientHAQueue — handler idempotente, retries e observabilidade.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6ff9efee34595" /><Relationship Type="http://schemas.openxmlformats.org/officeDocument/2006/relationships/image" Target="/ppt/media/image.png" Id="Rc3a41a0e3f034c4c" /><Relationship Type="http://schemas.openxmlformats.org/officeDocument/2006/relationships/image" Target="/ppt/media/image.emf" Id="R562becc3f3434f4a" /><Relationship Type="http://schemas.openxmlformats.org/officeDocument/2006/relationships/image" Target="/ppt/media/image.svg" Id="R12a1a0aa109b4d72" /><Relationship Type="http://schemas.openxmlformats.org/officeDocument/2006/relationships/image" Target="/ppt/media/image.jpeg" Id="R955f1b85d96c49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42b78179745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10cd2e674e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3b4cf1e8e4053" /><Relationship Type="http://schemas.openxmlformats.org/officeDocument/2006/relationships/image" Target="/ppt/media/image.emf" Id="R5d457b3252e244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67321f46f4706" /><Relationship Type="http://schemas.openxmlformats.org/officeDocument/2006/relationships/image" Target="/ppt/media/image.emf" Id="Rbc1db6816ee04c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7131faebf4c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4dbd3f0d44e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d9fe2680746e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d57dce1a44a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9829f716840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52c9ece3148c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c8eccf9dc42d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00d9a99c849d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fc4a1e29c4b7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ba85b65334ae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9f28392784b2d" /><Relationship Type="http://schemas.openxmlformats.org/officeDocument/2006/relationships/image" Target="/ppt/media/image.emf" Id="Rd157565ee9f34fd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d4229987d470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01fa9b7a74b8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31567191b4413" /><Relationship Type="http://schemas.openxmlformats.org/officeDocument/2006/relationships/image" Target="/ppt/media/image2.png" Id="R8eac9ee462f34742" /><Relationship Type="http://schemas.openxmlformats.org/officeDocument/2006/relationships/image" Target="/ppt/media/image.emf" Id="R12b760a677024ba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96aaa9a7e4a12" /><Relationship Type="http://schemas.openxmlformats.org/officeDocument/2006/relationships/image" Target="/ppt/media/image2.png" Id="R1a50a391beef4358" /><Relationship Type="http://schemas.openxmlformats.org/officeDocument/2006/relationships/image" Target="/ppt/media/image.emf" Id="R40010481ba4c476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e7f99066e42e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5eb11525c45cb" /><Relationship Type="http://schemas.openxmlformats.org/officeDocument/2006/relationships/image" Target="/ppt/media/image2.png" Id="Rc51ed693cc114a00" /><Relationship Type="http://schemas.openxmlformats.org/officeDocument/2006/relationships/image" Target="/ppt/media/image.emf" Id="Rd88550ab696c4e2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ec097f9eb4455" /><Relationship Type="http://schemas.openxmlformats.org/officeDocument/2006/relationships/image" Target="/ppt/media/image2.png" Id="Rf484d3f12cc94093" /><Relationship Type="http://schemas.openxmlformats.org/officeDocument/2006/relationships/image" Target="/ppt/media/image.emf" Id="R7f6ff163e1bd45a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f3bca558f4d23" /><Relationship Type="http://schemas.openxmlformats.org/officeDocument/2006/relationships/image" Target="/ppt/media/image.emf" Id="Rebe3c17b79734e5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b4e4c8b7c4d8a" /><Relationship Type="http://schemas.openxmlformats.org/officeDocument/2006/relationships/image" Target="/ppt/media/image2.png" Id="R4b7e1b4a03644b76" /><Relationship Type="http://schemas.openxmlformats.org/officeDocument/2006/relationships/image" Target="/ppt/media/image.emf" Id="Rfbfbce5f6a39419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5f9c2a8364b61" /><Relationship Type="http://schemas.openxmlformats.org/officeDocument/2006/relationships/image" Target="/ppt/media/image2.png" Id="Radcb868e97de440c" /><Relationship Type="http://schemas.openxmlformats.org/officeDocument/2006/relationships/image" Target="/ppt/media/image.emf" Id="R82ca88d62b01403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827b786644504" /><Relationship Type="http://schemas.openxmlformats.org/officeDocument/2006/relationships/image" Target="/ppt/media/image.emf" Id="R3bdc8a59039e4d39" /><Relationship Type="http://schemas.openxmlformats.org/officeDocument/2006/relationships/image" Target="/ppt/media/image.svg" Id="R7f40e6baff81411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ac288381a479d" /><Relationship Type="http://schemas.openxmlformats.org/officeDocument/2006/relationships/image" Target="/ppt/media/image3.png" Id="R978adc80e0b84a0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bc188bf9b4152" /><Relationship Type="http://schemas.openxmlformats.org/officeDocument/2006/relationships/image" Target="/ppt/media/image.emf" Id="R0c17389e35264a2f" /><Relationship Type="http://schemas.openxmlformats.org/officeDocument/2006/relationships/image" Target="/ppt/media/image.svg" Id="R06eb30f19bcf4b3a" /><Relationship Type="http://schemas.openxmlformats.org/officeDocument/2006/relationships/image" Target="/ppt/media/image2.jpeg" Id="R21dc4f9002ce499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2c0c22c044d8c" /><Relationship Type="http://schemas.openxmlformats.org/officeDocument/2006/relationships/image" Target="/ppt/media/image.emf" Id="R33132d0fe40949b3" /><Relationship Type="http://schemas.openxmlformats.org/officeDocument/2006/relationships/image" Target="/ppt/media/image.svg" Id="Rc24acf393ae44786" /><Relationship Type="http://schemas.openxmlformats.org/officeDocument/2006/relationships/image" Target="/ppt/media/image3.jpeg" Id="Re0f1668d3dfc475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579d3aa284ef3" /><Relationship Type="http://schemas.openxmlformats.org/officeDocument/2006/relationships/image" Target="/ppt/media/image.emf" Id="R93d5ef135a624c9b" /><Relationship Type="http://schemas.openxmlformats.org/officeDocument/2006/relationships/image" Target="/ppt/media/image.svg" Id="R834cd9c1a57943b1" /><Relationship Type="http://schemas.openxmlformats.org/officeDocument/2006/relationships/image" Target="/ppt/media/image4.jpeg" Id="R1d0718f3588f4ac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b75f0e58148bd" /><Relationship Type="http://schemas.openxmlformats.org/officeDocument/2006/relationships/image" Target="/ppt/media/image5.jpeg" Id="R8a07402ad7f24fb3" /><Relationship Type="http://schemas.openxmlformats.org/officeDocument/2006/relationships/image" Target="/ppt/media/image.emf" Id="R1231a70342df4c24" /><Relationship Type="http://schemas.openxmlformats.org/officeDocument/2006/relationships/image" Target="/ppt/media/image.svg" Id="R4ebf01411b4d410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3df60023146ff" /><Relationship Type="http://schemas.openxmlformats.org/officeDocument/2006/relationships/image" Target="/ppt/media/image.emf" Id="R32a252c39ef646d7" /><Relationship Type="http://schemas.openxmlformats.org/officeDocument/2006/relationships/image" Target="/ppt/media/image.svg" Id="Reae506f32df04948" /><Relationship Type="http://schemas.openxmlformats.org/officeDocument/2006/relationships/image" Target="/ppt/media/image6.jpeg" Id="Rf1e2e3e566bc4494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37614d0334e77" /><Relationship Type="http://schemas.openxmlformats.org/officeDocument/2006/relationships/image" Target="/ppt/media/image.emf" Id="R34bcc3652518424d" /><Relationship Type="http://schemas.openxmlformats.org/officeDocument/2006/relationships/image" Target="/ppt/media/image.svg" Id="R6e0c4bae72a849f9" /><Relationship Type="http://schemas.openxmlformats.org/officeDocument/2006/relationships/image" Target="/ppt/media/image7.jpeg" Id="Ra8d00c6476d24f8e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54f50e57743b9" /><Relationship Type="http://schemas.openxmlformats.org/officeDocument/2006/relationships/image" Target="/ppt/media/image.emf" Id="R684df9a1bbee4d1f" /><Relationship Type="http://schemas.openxmlformats.org/officeDocument/2006/relationships/image" Target="/ppt/media/image.svg" Id="Rf0e27b1e008b4d4a" /><Relationship Type="http://schemas.openxmlformats.org/officeDocument/2006/relationships/image" Target="/ppt/media/image8.jpeg" Id="R3ef78e0838524a4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4b335fbf6412c" /><Relationship Type="http://schemas.openxmlformats.org/officeDocument/2006/relationships/image" Target="/ppt/media/image.emf" Id="R7e2dd76b06684da9" /><Relationship Type="http://schemas.openxmlformats.org/officeDocument/2006/relationships/image" Target="/ppt/media/image.svg" Id="Ra2e934a5af6647b0" /><Relationship Type="http://schemas.openxmlformats.org/officeDocument/2006/relationships/image" Target="/ppt/media/image9.jpeg" Id="R81ac37f9dbc842b6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b8f5300d149a6" /><Relationship Type="http://schemas.openxmlformats.org/officeDocument/2006/relationships/image" Target="/ppt/media/image.emf" Id="R77ad3e53f9ea4acb" /><Relationship Type="http://schemas.openxmlformats.org/officeDocument/2006/relationships/image" Target="/ppt/media/image.svg" Id="R70b0ba2f51474594" /><Relationship Type="http://schemas.openxmlformats.org/officeDocument/2006/relationships/image" Target="/ppt/media/image10.jpeg" Id="R19359b9a9cad459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8dc68e0924d0a" /><Relationship Type="http://schemas.openxmlformats.org/officeDocument/2006/relationships/image" Target="/ppt/media/image.emf" Id="Rf14bf868e57442a5" /><Relationship Type="http://schemas.openxmlformats.org/officeDocument/2006/relationships/image" Target="/ppt/media/image.svg" Id="R7430a857548545ac" /><Relationship Type="http://schemas.openxmlformats.org/officeDocument/2006/relationships/image" Target="/ppt/media/image11.jpeg" Id="Re8c0f5cf382b4005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bde53fae342a2" /><Relationship Type="http://schemas.openxmlformats.org/officeDocument/2006/relationships/image" Target="/ppt/media/image2.png" Id="R730fafd87e994f9d" /><Relationship Type="http://schemas.openxmlformats.org/officeDocument/2006/relationships/image" Target="/ppt/media/image.emf" Id="Rb925a87be3ed40a9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ca4b037754247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e2d1a8ab784252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fd3b88708e42cb" /><Relationship Type="http://schemas.openxmlformats.org/officeDocument/2006/relationships/image" Target="/ppt/media/image2.svg" Id="Rbe0668d08ae3494d" /><Relationship Type="http://schemas.openxmlformats.org/officeDocument/2006/relationships/image" Target="/ppt/media/image2.jpeg" Id="R343e692a09664d4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b52cc89d264158" /><Relationship Type="http://schemas.openxmlformats.org/officeDocument/2006/relationships/image" Target="/ppt/media/image2.jpeg" Id="Ra3b3165077ab40b2" /><Relationship Type="http://schemas.openxmlformats.org/officeDocument/2006/relationships/image" Target="/ppt/media/image2.svg" Id="R8040c2daf6e24346" /></Relationships>
</file>

<file path=ppt/slideLayouts/slideLayout1.xml><?xml version="1.0" encoding="utf-8"?>
<p:sldLayout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Clou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41a0e3f034c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484" y="20917"/>
            <a:ext cx="4331516" cy="2542941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becc3f3434f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becc3f3434f4a">
            <a:extLst>
              <a:ext uri="{96DAC541-7B7A-43D3-8B79-37D633B846F1}">
                <asvg:svgBlip xmlns:asvg="http://schemas.microsoft.com/office/drawing/2016/SVG/main" r:embed="R12a1a0aa109b4d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Title goes here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5595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3188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482" cy="685736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55f1b85d96c49c4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332461-0228-4CE6-818B-14050AF0840D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709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CF7386-AF3C-4BD8-832B-AC56F7B7E4F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85FA81E-C1F1-497D-8C30-5E85B6C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57b3252e24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b_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6EE84FE9-09EA-433E-A982-BD9B98A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137924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db6816ee04c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732159E2-2380-4BE2-94F6-779EA6E1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21" y="1608298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1E71E9-A8ED-4FF5-B66D-14641AA84A5F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Light - Title 3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DF182D80-E42D-40F0-9BA9-1333998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15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456971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A2710A3-AE89-44DE-8D05-92FF87B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11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145067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EB99C5-A240-43E3-B2F9-F67C2DE25171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E1B1375-324C-4F98-BDE2-0DCB41B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BEF84AD1-0A2B-4CC4-9307-56C9818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236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145405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2CB5CA43-3C9F-4936-B1A6-427861A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6981728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Light - Title 4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EDF66095-E762-4E04-9C69-26B9280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50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502001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A6A8AE4A-4710-42A4-ABF5-158A2E8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576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35127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D8776905-FBC1-4FBC-9C84-86D99D81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702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tent 4">
            <a:extLst xmlns:a="http://schemas.openxmlformats.org/drawingml/2006/main"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68254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81BC09-957D-45CD-9E0C-0CFA8700F9F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CEB2A0B3-A0DB-46BB-BBA2-9CBC9427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924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503061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395EE7C-1038-4A93-91B0-CD556102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22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2393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5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199DE6F2-4AC6-4650-8A23-46DDDF1D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20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tent 4">
            <a:extLst xmlns:a="http://schemas.openxmlformats.org/drawingml/2006/main"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756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BEC230-374E-4E2A-8BB1-C01222A51658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Light - 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8875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8875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xmlns:a="http://schemas.openxmlformats.org/drawingml/2006/main" noGrp="1"/>
          </p:cNvSpPr>
          <p:nvPr>
            <p:ph type="dt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4A390E-87D2-4CBA-AB20-722C39F2889C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xmlns:a="http://schemas.openxmlformats.org/drawingml/2006/main" noGrp="1"/>
          </p:cNvSpPr>
          <p:nvPr>
            <p:ph type="ftr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10687050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E8C36C-F008-469A-BF62-824F3D1C5E70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Light - Numbered Outline 2 Column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FE6BCD-072B-4C98-999C-2F1BF08A8651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6364986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Light - Title/Sub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btitle">
            <a:extLst xmlns:a="http://schemas.openxmlformats.org/drawingml/2006/main"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676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676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67B211-6658-437D-83F1-FBB0057E47DE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7565ee9f3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7565ee9f3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D97975-0B61-466D-9FCF-B31DF2BCED0C}" type="datetime1">
              <a:t>4/26/2024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98B69A-3FDC-4CAF-AA64-2A38456C3B7B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024235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7B88C8-B304-42E2-BB3F-7BB2000C45BA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ac9ee462f34742"/>
          <a:srcRect xmlns:a="http://schemas.openxmlformats.org/drawingml/2006/main" l="49576" t="0" r="0" b="0"/>
          <a:stretch xmlns:a="http://schemas.openxmlformats.org/drawingml/2006/main"/>
        </p:blipFill>
        <p:spPr>
          <a:xfrm xmlns:a="http://schemas.openxmlformats.org/drawingml/2006/main">
            <a:off x="6044249" y="0"/>
            <a:ext cx="61477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760a677024b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1217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23900" y="1600200"/>
            <a:ext cx="5072063" cy="231948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6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00%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EB18A2-7EBE-4232-99F5-52F53521DCFC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>
  <p:cSld name="Light - Data Texture 07 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0a391beef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10481ba4c47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41F94-A6C5-4BF7-A508-2C3B85711BB9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84150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indent="0">
              <a:lnSpc>
                <a:spcPct val="95000"/>
              </a:lnSpc>
              <a:spcBef>
                <a:spcPts val="1000"/>
              </a:spcBef>
              <a:buFont typeface="Arial"/>
              <a:buNone/>
              <a:defRPr sz="2400" b="1" i="0" baseline="0">
                <a:solidFill>
                  <a:schemeClr val="bg1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  <a:latin typeface="+mn-lt"/>
                <a:ea typeface="+mn-lt"/>
                <a:cs typeface="+mn-lt"/>
              </a:rPr>
              <a:t>Safe harbor statement</a:t>
            </a:r>
          </a:p>
        </p:txBody>
      </p:sp>
      <p:sp>
        <p:nvSpPr>
          <p:cNvPr id="1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608421"/>
            <a:ext cx="7987939" cy="249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As of August 2020, for most presentations, a safe harbor statement is no longer required, and you will not need to use this slide.  </a:t>
            </a:r>
            <a:br/>
          </a:p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 xmlns:a="http://schemas.openxmlformats.org/drawingml/2006/main"/>
          <a:p xmlns:a="http://schemas.openxmlformats.org/drawingml/2006/main">
            <a:r>
              <a:t>The notice is available at the </a:t>
            </a:r>
            <a:r>
              <a:rPr u="sng">
                <a:solidFill>
                  <a:srgbClr val="00688C"/>
                </a:solidFill>
              </a:rPr>
              <a:t>Safe Harbor Confluence Page</a:t>
            </a:r>
          </a:p>
          <a:p xmlns:a="http://schemas.openxmlformats.org/drawingml/2006/main">
            <a:r>
              <a:t>Contact for Forward Looking Statement: </a:t>
            </a:r>
            <a:r>
              <a:rPr u="sng">
                <a:solidFill>
                  <a:srgbClr val="00688C"/>
                </a:solidFill>
              </a:rPr>
              <a:t>quietperiod_ww_grp@oracle.com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A25676-9912-48C6-9E3A-F4D21A096116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1ed693cc114a00"/>
          <a:srcRect xmlns:a="http://schemas.openxmlformats.org/drawingml/2006/main" l="40000" t="0" r="0" b="0"/>
          <a:stretch xmlns:a="http://schemas.openxmlformats.org/drawingml/2006/main"/>
        </p:blipFill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</p:spPr>
      </p:pic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85816" y="2351724"/>
            <a:ext cx="6297167" cy="822960"/>
          </a:xfr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2400" b="1" i="0" baseline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Add title here. Also remove/replace placeholder image as needed.</a:t>
            </a:r>
          </a:p>
        </p:txBody>
      </p:sp>
      <p:sp>
        <p:nvSpPr>
          <p:cNvPr id="2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385816" y="3662156"/>
            <a:ext cx="6297168" cy="1132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>
              <a:buNone/>
            </a:pPr>
            <a:r>
              <a:t>Title</a:t>
            </a:r>
          </a:p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550ab696c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xmlns:a="http://schemas.openxmlformats.org/drawingml/2006/main" noGrp="1"/>
          </p:cNvSpPr>
          <p:nvPr>
            <p:ph type="dt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C86372-ED1D-451E-A0DA-92F70A0393B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xmlns:a="http://schemas.openxmlformats.org/drawingml/2006/main" noGrp="1"/>
          </p:cNvSpPr>
          <p:nvPr>
            <p:ph type="ftr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4d3f12cc9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f163e1bd45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8800"/>
            <a:ext cx="8049200" cy="202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1999" y="4540249"/>
            <a:ext cx="533399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2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1999" y="4877842"/>
            <a:ext cx="5333999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771067" y="1013988"/>
            <a:ext cx="2944208" cy="8148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xmlns:a="http://schemas.openxmlformats.org/drawingml/2006/main" noGrp="1"/>
          </p:cNvSpPr>
          <p:nvPr>
            <p:ph type="dt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B30A5-FB54-4DA1-B38D-1B7DE81C6A48}" type="datetime1">
              <a:t>4/26/2024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xmlns:a="http://schemas.openxmlformats.org/drawingml/2006/main" noGrp="1"/>
          </p:cNvSpPr>
          <p:nvPr>
            <p:ph type="ftr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xmlns:a="http://schemas.openxmlformats.org/drawingml/2006/main" noGrp="1"/>
          </p:cNvSpPr>
          <p:nvPr>
            <p:ph type="sldNum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Quote">
            <a:extLst xmlns:a="http://schemas.openxmlformats.org/drawingml/2006/main"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72844" y="2434528"/>
            <a:ext cx="6067096" cy="18466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5372844" y="4983135"/>
            <a:ext cx="605462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5372844" y="5320728"/>
            <a:ext cx="6054629" cy="786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pic>
        <p:nvPicPr>
          <p:cNvPr id="1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c17b79734e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30" y="3244334"/>
            <a:ext cx="22853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5434085" y="1206535"/>
            <a:ext cx="2944208" cy="841248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xmlns:a="http://schemas.openxmlformats.org/drawingml/2006/main" noGrp="1"/>
          </p:cNvSpPr>
          <p:nvPr>
            <p:ph type="pic" idx="42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12C781-9486-495F-9009-294AB81D9257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>
  <p:cSld name="1_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e1b4a03644b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65600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bce5f6a394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0FBCF9-2936-4056-9408-59954380108C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6560075" y="0"/>
            <a:ext cx="5631925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showMasterSp="0" preserve="1">
  <p:cSld name="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b868e97de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a88d62b014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D6C986A-168F-4D76-86BB-5B349F7604D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c8a59039e4d39">
            <a:extLst>
              <a:ext uri="{96DAC541-7B7A-43D3-8B79-37D633B846F1}">
                <asvg:svgBlip xmlns:asvg="http://schemas.microsoft.com/office/drawing/2016/SVG/main" r:embed="R7f40e6baff8141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7854" y="2915192"/>
            <a:ext cx="4896293" cy="102761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llustr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adc80e0b84a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92609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6" y="2989724"/>
            <a:ext cx="8852644" cy="878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None/>
              <a:defRPr sz="3000" b="0" i="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mission is to help people see data in new ways, discover insights, unlock endless possibilities.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7389e3526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7389e35264a2f">
            <a:extLst>
              <a:ext uri="{96DAC541-7B7A-43D3-8B79-37D633B846F1}">
                <asvg:svgBlip xmlns:asvg="http://schemas.microsoft.com/office/drawing/2016/SVG/main" r:embed="R06eb30f19bcf4b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Brand (up to 2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14C4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2019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c4f9002ce49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xmlns:a="http://schemas.openxmlformats.org/drawingml/2006/main" noGrp="1"/>
          </p:cNvSpPr>
          <p:nvPr>
            <p:ph type="dt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882C04-BD69-44ED-8337-6E34F787B2EF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xmlns:a="http://schemas.openxmlformats.org/drawingml/2006/main" noGrp="1"/>
          </p:cNvSpPr>
          <p:nvPr>
            <p:ph type="ftr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32d0fe409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32d0fe40949b3">
            <a:extLst>
              <a:ext uri="{96DAC541-7B7A-43D3-8B79-37D633B846F1}">
                <asvg:svgBlip xmlns:asvg="http://schemas.microsoft.com/office/drawing/2016/SVG/main" r:embed="Rc24acf393ae447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Finance / Operations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1535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1668d3dfc47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5ef135a624c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5ef135a624c9b">
            <a:extLst>
              <a:ext uri="{96DAC541-7B7A-43D3-8B79-37D633B846F1}">
                <asvg:svgBlip xmlns:asvg="http://schemas.microsoft.com/office/drawing/2016/SVG/main" r:embed="R834cd9c1a57943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Cloud Platform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3553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718f3588f4ac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7402ad7f24f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1a70342df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1a70342df4c24">
            <a:extLst>
              <a:ext uri="{96DAC541-7B7A-43D3-8B79-37D633B846F1}">
                <asvg:svgBlip xmlns:asvg="http://schemas.microsoft.com/office/drawing/2016/SVG/main" r:embed="R4ebf01411b4d41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HCM/HR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6C3F49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252c39ef646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252c39ef646d7">
            <a:extLst>
              <a:ext uri="{96DAC541-7B7A-43D3-8B79-37D633B846F1}">
                <asvg:svgBlip xmlns:asvg="http://schemas.microsoft.com/office/drawing/2016/SVG/main" r:embed="Reae506f32df049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Database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F4F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2e3e566bc44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cc3652518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cc3652518424d">
            <a:extLst>
              <a:ext uri="{96DAC541-7B7A-43D3-8B79-37D633B846F1}">
                <asvg:svgBlip xmlns:asvg="http://schemas.microsoft.com/office/drawing/2016/SVG/main" r:embed="R6e0c4bae72a849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Advertising and CX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94564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00c6476d24f8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df9a1bbee4d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df9a1bbee4d1f">
            <a:extLst>
              <a:ext uri="{96DAC541-7B7A-43D3-8B79-37D633B846F1}">
                <asvg:svgBlip xmlns:asvg="http://schemas.microsoft.com/office/drawing/2016/SVG/main" r:embed="Rf0e27b1e008b4d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Developer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94D53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78e0838524a4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6.xml><?xml version="1.0" encoding="utf-8"?>
<p:sldLayout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d76b06684d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dd76b06684da9">
            <a:extLst>
              <a:ext uri="{96DAC541-7B7A-43D3-8B79-37D633B846F1}">
                <asvg:svgBlip xmlns:asvg="http://schemas.microsoft.com/office/drawing/2016/SVG/main" r:embed="Ra2e934a5af6647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SCM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713F2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c37f9dbc842b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d3e53f9ea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d3e53f9ea4acb">
            <a:extLst>
              <a:ext uri="{96DAC541-7B7A-43D3-8B79-37D633B846F1}">
                <asvg:svgBlip xmlns:asvg="http://schemas.microsoft.com/office/drawing/2016/SVG/main" r:embed="R70b0ba2f514745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GBU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C68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59b9a9cad45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bf868e57442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bf868e57442a5">
            <a:extLst>
              <a:ext uri="{96DAC541-7B7A-43D3-8B79-37D633B846F1}">
                <asvg:svgBlip xmlns:asvg="http://schemas.microsoft.com/office/drawing/2016/SVG/main" r:embed="R7430a857548545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NetSuite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baseline="0">
                <a:solidFill>
                  <a:srgbClr val="2C5266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0f5cf382b40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showMasterSp="0" preserve="1">
  <p:cSld name="Light - Divid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fafd87e99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5a87be3ed40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5E5522-276A-4151-B19E-B34F52E2549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Click to add divider title (up to 2 lines)</a:t>
            </a:r>
          </a:p>
        </p:txBody>
      </p:sp>
      <p:sp>
        <p:nvSpPr>
          <p:cNvPr id="9" name="Subhead">
            <a:extLst xmlns:a="http://schemas.openxmlformats.org/drawingml/2006/main"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10158984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1800" b="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1_ICONS Title-Only_WHITE Bkg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6BF30-1369-4525-BCB3-E434E1219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1950" y="249382"/>
            <a:ext cx="11465378" cy="627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 anchor="b"/>
          <a:lstStyle xmlns:a="http://schemas.openxmlformats.org/drawingml/2006/main">
            <a:lvl1pPr>
              <a:buNone/>
              <a:defRPr sz="2800" b="1" i="0"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86E105-B9E8-4343-BE42-1AC736BD75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36978" y="6514978"/>
            <a:ext cx="662722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650" b="0" i="0">
                <a:solidFill>
                  <a:schemeClr val="bg2">
                    <a:lumMod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rPr sz="800"/>
              <a:t>Copyright © 2022 Oracle and/or its affiliates.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C1190C-FD65-C742-8E7C-407D18B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89" y="6507624"/>
            <a:ext cx="40568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D440507A-669E-A943-A4A7-E531D638091A}" type="slidenum">
              <a:rPr sz="800">
                <a:solidFill>
                  <a:schemeClr val="bg2">
                    <a:lumMod val="75000"/>
                  </a:schemeClr>
                </a:solidFill>
              </a:rPr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xmlns:a="http://schemas.openxmlformats.org/drawingml/2006/main" noGrp="1"/>
          </p:cNvSpPr>
          <p:nvPr>
            <p:ph type="pic" idx="52"/>
          </p:nvPr>
        </p:nvSpPr>
        <p:spPr>
          <a:xfrm xmlns:a="http://schemas.openxmlformats.org/drawingml/2006/main">
            <a:off x="1050535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xmlns:a="http://schemas.openxmlformats.org/drawingml/2006/main" noGrp="1"/>
          </p:cNvSpPr>
          <p:nvPr>
            <p:ph type="pic" idx="53"/>
          </p:nvPr>
        </p:nvSpPr>
        <p:spPr>
          <a:xfrm xmlns:a="http://schemas.openxmlformats.org/drawingml/2006/main">
            <a:off x="417889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xmlns:a="http://schemas.openxmlformats.org/drawingml/2006/main" noGrp="1"/>
          </p:cNvSpPr>
          <p:nvPr>
            <p:ph type="pic" idx="54"/>
          </p:nvPr>
        </p:nvSpPr>
        <p:spPr>
          <a:xfrm xmlns:a="http://schemas.openxmlformats.org/drawingml/2006/main">
            <a:off x="2614716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xmlns:a="http://schemas.openxmlformats.org/drawingml/2006/main" noGrp="1"/>
          </p:cNvSpPr>
          <p:nvPr>
            <p:ph type="body" idx="55"/>
          </p:nvPr>
        </p:nvSpPr>
        <p:spPr>
          <a:xfrm xmlns:a="http://schemas.openxmlformats.org/drawingml/2006/main">
            <a:off x="2329802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0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xmlns:a="http://schemas.openxmlformats.org/drawingml/2006/main" noGrp="1"/>
          </p:cNvSpPr>
          <p:nvPr>
            <p:ph type="pic" idx="56"/>
          </p:nvPr>
        </p:nvSpPr>
        <p:spPr>
          <a:xfrm xmlns:a="http://schemas.openxmlformats.org/drawingml/2006/main">
            <a:off x="574307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1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xmlns:a="http://schemas.openxmlformats.org/drawingml/2006/main" noGrp="1"/>
          </p:cNvSpPr>
          <p:nvPr>
            <p:ph type="pic" idx="57"/>
          </p:nvPr>
        </p:nvSpPr>
        <p:spPr>
          <a:xfrm xmlns:a="http://schemas.openxmlformats.org/drawingml/2006/main">
            <a:off x="730725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xmlns:a="http://schemas.openxmlformats.org/drawingml/2006/main" noGrp="1"/>
          </p:cNvSpPr>
          <p:nvPr>
            <p:ph type="body" idx="58"/>
          </p:nvPr>
        </p:nvSpPr>
        <p:spPr>
          <a:xfrm xmlns:a="http://schemas.openxmlformats.org/drawingml/2006/main">
            <a:off x="765621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xmlns:a="http://schemas.openxmlformats.org/drawingml/2006/main" noGrp="1"/>
          </p:cNvSpPr>
          <p:nvPr>
            <p:ph type="body" idx="59"/>
          </p:nvPr>
        </p:nvSpPr>
        <p:spPr>
          <a:xfrm xmlns:a="http://schemas.openxmlformats.org/drawingml/2006/main">
            <a:off x="3893983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xmlns:a="http://schemas.openxmlformats.org/drawingml/2006/main" noGrp="1"/>
          </p:cNvSpPr>
          <p:nvPr>
            <p:ph type="body" idx="60"/>
          </p:nvPr>
        </p:nvSpPr>
        <p:spPr>
          <a:xfrm xmlns:a="http://schemas.openxmlformats.org/drawingml/2006/main">
            <a:off x="5458164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xmlns:a="http://schemas.openxmlformats.org/drawingml/2006/main" noGrp="1"/>
          </p:cNvSpPr>
          <p:nvPr>
            <p:ph type="body" idx="61"/>
          </p:nvPr>
        </p:nvSpPr>
        <p:spPr>
          <a:xfrm xmlns:a="http://schemas.openxmlformats.org/drawingml/2006/main">
            <a:off x="858652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xmlns:a="http://schemas.openxmlformats.org/drawingml/2006/main" noGrp="1"/>
          </p:cNvSpPr>
          <p:nvPr>
            <p:ph type="body" idx="82"/>
          </p:nvPr>
        </p:nvSpPr>
        <p:spPr>
          <a:xfrm xmlns:a="http://schemas.openxmlformats.org/drawingml/2006/main">
            <a:off x="7022345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/>
          </p:nvPr>
        </p:nvSpPr>
        <p:spPr>
          <a:xfrm xmlns:a="http://schemas.openxmlformats.org/drawingml/2006/main">
            <a:off x="1015070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xmlns:a="http://schemas.openxmlformats.org/drawingml/2006/main" noGrp="1"/>
          </p:cNvSpPr>
          <p:nvPr>
            <p:ph type="pic" idx="85"/>
          </p:nvPr>
        </p:nvSpPr>
        <p:spPr>
          <a:xfrm xmlns:a="http://schemas.openxmlformats.org/drawingml/2006/main">
            <a:off x="887143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/>
          </p:nvPr>
        </p:nvSpPr>
        <p:spPr>
          <a:xfrm xmlns:a="http://schemas.openxmlformats.org/drawingml/2006/main">
            <a:off x="10435620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Graphic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692a09664d48">
            <a:extLst>
              <a:ext uri="{96DAC541-7B7A-43D3-8B79-37D633B846F1}">
                <asvg:svgBlip xmlns:asvg="http://schemas.microsoft.com/office/drawing/2016/SVG/main" r:embed="Rbe0668d08ae349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30016"/>
            <a:ext cx="12192000" cy="1283368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1041010" y="2398500"/>
            <a:ext cx="685800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Label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1127878" y="1853060"/>
            <a:ext cx="512064" cy="512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Add icon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[Date]</a:t>
            </a:r>
          </a:p>
        </p:txBody>
      </p:sp>
      <p:pic>
        <p:nvPicPr>
          <p:cNvPr id="1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3165077ab40b2">
            <a:extLst>
              <a:ext uri="{96DAC541-7B7A-43D3-8B79-37D633B846F1}">
                <asvg:svgBlip xmlns:asvg="http://schemas.microsoft.com/office/drawing/2016/SVG/main" r:embed="R8040c2daf6e243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29991"/>
            <a:ext cx="12192000" cy="128336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e86b907f9824b68" /><Relationship Type="http://schemas.openxmlformats.org/officeDocument/2006/relationships/theme" Target="/ppt/slideMasters/theme/theme2.xml" Id="R6d3c344c88fe4fbb" /><Relationship Type="http://schemas.openxmlformats.org/officeDocument/2006/relationships/slideLayout" Target="/ppt/slideLayouts/slideLayout1.xml" Id="Rd9151b1f238247b5" /><Relationship Type="http://schemas.openxmlformats.org/officeDocument/2006/relationships/slideLayout" Target="/ppt/slideLayouts/slideLayout2.xml" Id="R5800100f3af34865" /><Relationship Type="http://schemas.openxmlformats.org/officeDocument/2006/relationships/slideLayout" Target="/ppt/slideLayouts/slideLayout3.xml" Id="R94418ed1071d4e79" /><Relationship Type="http://schemas.openxmlformats.org/officeDocument/2006/relationships/slideLayout" Target="/ppt/slideLayouts/slideLayout4.xml" Id="Ra1aa72a2651b4c0d" /><Relationship Type="http://schemas.openxmlformats.org/officeDocument/2006/relationships/slideLayout" Target="/ppt/slideLayouts/slideLayout5.xml" Id="Rf06c7eff65264950" /><Relationship Type="http://schemas.openxmlformats.org/officeDocument/2006/relationships/slideLayout" Target="/ppt/slideLayouts/slideLayout6.xml" Id="R52928ed08e4f4f9c" /><Relationship Type="http://schemas.openxmlformats.org/officeDocument/2006/relationships/slideLayout" Target="/ppt/slideLayouts/slideLayout7.xml" Id="R246aea8e3a004f6f" /><Relationship Type="http://schemas.openxmlformats.org/officeDocument/2006/relationships/slideLayout" Target="/ppt/slideLayouts/slideLayout8.xml" Id="R43a66d76b4b74a44" /><Relationship Type="http://schemas.openxmlformats.org/officeDocument/2006/relationships/slideLayout" Target="/ppt/slideLayouts/slideLayout9.xml" Id="R7219d20b0d9e463b" /><Relationship Type="http://schemas.openxmlformats.org/officeDocument/2006/relationships/slideLayout" Target="/ppt/slideLayouts/slideLayout10.xml" Id="Rd9bb1c88d96947f3" /><Relationship Type="http://schemas.openxmlformats.org/officeDocument/2006/relationships/slideLayout" Target="/ppt/slideLayouts/slideLayout11.xml" Id="Rc950e789c8074584" /><Relationship Type="http://schemas.openxmlformats.org/officeDocument/2006/relationships/slideLayout" Target="/ppt/slideLayouts/slideLayout12.xml" Id="Rab1cf60f90454139" /><Relationship Type="http://schemas.openxmlformats.org/officeDocument/2006/relationships/slideLayout" Target="/ppt/slideLayouts/slideLayout13.xml" Id="R1602c088976542e2" /><Relationship Type="http://schemas.openxmlformats.org/officeDocument/2006/relationships/slideLayout" Target="/ppt/slideLayouts/slideLayout14.xml" Id="R62a732dc6b6e48ab" /><Relationship Type="http://schemas.openxmlformats.org/officeDocument/2006/relationships/slideLayout" Target="/ppt/slideLayouts/slideLayout15.xml" Id="R986a70480dfe4218" /><Relationship Type="http://schemas.openxmlformats.org/officeDocument/2006/relationships/slideLayout" Target="/ppt/slideLayouts/slideLayout16.xml" Id="Rf5e49b0717b345c0" /><Relationship Type="http://schemas.openxmlformats.org/officeDocument/2006/relationships/slideLayout" Target="/ppt/slideLayouts/slideLayout17.xml" Id="R349cade8169b4959" /><Relationship Type="http://schemas.openxmlformats.org/officeDocument/2006/relationships/slideLayout" Target="/ppt/slideLayouts/slideLayout18.xml" Id="R4c75b7d0e06a4495" /><Relationship Type="http://schemas.openxmlformats.org/officeDocument/2006/relationships/slideLayout" Target="/ppt/slideLayouts/slideLayout19.xml" Id="R3e01661613f34e1c" /><Relationship Type="http://schemas.openxmlformats.org/officeDocument/2006/relationships/slideLayout" Target="/ppt/slideLayouts/slideLayout20.xml" Id="R1103b3c1a9114194" /><Relationship Type="http://schemas.openxmlformats.org/officeDocument/2006/relationships/slideLayout" Target="/ppt/slideLayouts/slideLayout21.xml" Id="Rae09f5c5b9864c41" /><Relationship Type="http://schemas.openxmlformats.org/officeDocument/2006/relationships/slideLayout" Target="/ppt/slideLayouts/slideLayout22.xml" Id="R3eefa4c6af76450a" /><Relationship Type="http://schemas.openxmlformats.org/officeDocument/2006/relationships/slideLayout" Target="/ppt/slideLayouts/slideLayout23.xml" Id="Rd3048eaeab114b3a" /><Relationship Type="http://schemas.openxmlformats.org/officeDocument/2006/relationships/slideLayout" Target="/ppt/slideLayouts/slideLayout24.xml" Id="R039998eaeaff4a25" /><Relationship Type="http://schemas.openxmlformats.org/officeDocument/2006/relationships/slideLayout" Target="/ppt/slideLayouts/slideLayout25.xml" Id="R6afb6fa2e5144847" /><Relationship Type="http://schemas.openxmlformats.org/officeDocument/2006/relationships/slideLayout" Target="/ppt/slideLayouts/slideLayout26.xml" Id="Rb5425cfb8b844e2e" /><Relationship Type="http://schemas.openxmlformats.org/officeDocument/2006/relationships/slideLayout" Target="/ppt/slideLayouts/slideLayout27.xml" Id="R3a3f23c2f1e4464a" /><Relationship Type="http://schemas.openxmlformats.org/officeDocument/2006/relationships/slideLayout" Target="/ppt/slideLayouts/slideLayout28.xml" Id="R9f77579720fc407c" /><Relationship Type="http://schemas.openxmlformats.org/officeDocument/2006/relationships/slideLayout" Target="/ppt/slideLayouts/slideLayout29.xml" Id="Ra2ea9e89ef094515" /><Relationship Type="http://schemas.openxmlformats.org/officeDocument/2006/relationships/slideLayout" Target="/ppt/slideLayouts/slideLayout30.xml" Id="R5a645591e8eb4afe" /><Relationship Type="http://schemas.openxmlformats.org/officeDocument/2006/relationships/slideLayout" Target="/ppt/slideLayouts/slideLayout31.xml" Id="Rcd88d014e54e43a3" /><Relationship Type="http://schemas.openxmlformats.org/officeDocument/2006/relationships/slideLayout" Target="/ppt/slideLayouts/slideLayout32.xml" Id="R19649f39c072485c" /><Relationship Type="http://schemas.openxmlformats.org/officeDocument/2006/relationships/slideLayout" Target="/ppt/slideLayouts/slideLayout33.xml" Id="R89556a180b1d4938" /><Relationship Type="http://schemas.openxmlformats.org/officeDocument/2006/relationships/slideLayout" Target="/ppt/slideLayouts/slideLayout34.xml" Id="R6b470dd53fbd40de" /><Relationship Type="http://schemas.openxmlformats.org/officeDocument/2006/relationships/slideLayout" Target="/ppt/slideLayouts/slideLayout35.xml" Id="R2d1bca9a67b748e1" /><Relationship Type="http://schemas.openxmlformats.org/officeDocument/2006/relationships/slideLayout" Target="/ppt/slideLayouts/slideLayout36.xml" Id="R68fc3c759fb44a79" /><Relationship Type="http://schemas.openxmlformats.org/officeDocument/2006/relationships/slideLayout" Target="/ppt/slideLayouts/slideLayout37.xml" Id="R12e82e2a44a64d99" /><Relationship Type="http://schemas.openxmlformats.org/officeDocument/2006/relationships/slideLayout" Target="/ppt/slideLayouts/slideLayout38.xml" Id="R1ce5b4df1f3a4f08" /><Relationship Type="http://schemas.openxmlformats.org/officeDocument/2006/relationships/slideLayout" Target="/ppt/slideLayouts/slideLayout39.xml" Id="Ref475e1e60674044" /><Relationship Type="http://schemas.openxmlformats.org/officeDocument/2006/relationships/slideLayout" Target="/ppt/slideLayouts/slideLayout40.xml" Id="Rfbf2034a9c79408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a9f763a1644049f2" /><Relationship Type="http://schemas.openxmlformats.org/officeDocument/2006/relationships/theme" Target="/ppt/slideMasters/theme/theme3.xml" Id="Rfa0ad3d30a6c47d7" /><Relationship Type="http://schemas.openxmlformats.org/officeDocument/2006/relationships/slideLayout" Target="/ppt/slideLayouts/slideLayout41.xml" Id="R080fd679e1f844f8" /><Relationship Type="http://schemas.openxmlformats.org/officeDocument/2006/relationships/slideLayout" Target="/ppt/slideLayouts/slideLayout42.xml" Id="Rbe8b82f14b664cf1" /><Relationship Type="http://schemas.openxmlformats.org/officeDocument/2006/relationships/slideLayout" Target="/ppt/slideLayouts/slideLayout43.xml" Id="R34bfebc897df4dc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6b907f9824b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247800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5760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82BDA199-1C6F-4B76-931E-007EAA6F75F8}" type="datetime1">
              <a:t>4/26/2024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151b1f238247b5"/>
    <p:sldLayoutId xmlns:r="http://schemas.openxmlformats.org/officeDocument/2006/relationships" id="2147483650" r:id="R5800100f3af34865"/>
    <p:sldLayoutId xmlns:r="http://schemas.openxmlformats.org/officeDocument/2006/relationships" id="2147483651" r:id="R94418ed1071d4e79"/>
    <p:sldLayoutId xmlns:r="http://schemas.openxmlformats.org/officeDocument/2006/relationships" id="2147483652" r:id="Ra1aa72a2651b4c0d"/>
    <p:sldLayoutId xmlns:r="http://schemas.openxmlformats.org/officeDocument/2006/relationships" id="2147483653" r:id="Rf06c7eff65264950"/>
    <p:sldLayoutId xmlns:r="http://schemas.openxmlformats.org/officeDocument/2006/relationships" id="2147483654" r:id="R52928ed08e4f4f9c"/>
    <p:sldLayoutId xmlns:r="http://schemas.openxmlformats.org/officeDocument/2006/relationships" id="2147483655" r:id="R246aea8e3a004f6f"/>
    <p:sldLayoutId xmlns:r="http://schemas.openxmlformats.org/officeDocument/2006/relationships" id="2147483656" r:id="R43a66d76b4b74a44"/>
    <p:sldLayoutId xmlns:r="http://schemas.openxmlformats.org/officeDocument/2006/relationships" id="2147483657" r:id="R7219d20b0d9e463b"/>
    <p:sldLayoutId xmlns:r="http://schemas.openxmlformats.org/officeDocument/2006/relationships" id="2147483658" r:id="Rd9bb1c88d96947f3"/>
    <p:sldLayoutId xmlns:r="http://schemas.openxmlformats.org/officeDocument/2006/relationships" id="2147483659" r:id="Rc950e789c8074584"/>
    <p:sldLayoutId xmlns:r="http://schemas.openxmlformats.org/officeDocument/2006/relationships" id="2147483660" r:id="Rab1cf60f90454139"/>
    <p:sldLayoutId xmlns:r="http://schemas.openxmlformats.org/officeDocument/2006/relationships" id="2147483661" r:id="R1602c088976542e2"/>
    <p:sldLayoutId xmlns:r="http://schemas.openxmlformats.org/officeDocument/2006/relationships" id="2147483662" r:id="R62a732dc6b6e48ab"/>
    <p:sldLayoutId xmlns:r="http://schemas.openxmlformats.org/officeDocument/2006/relationships" id="2147483663" r:id="R986a70480dfe4218"/>
    <p:sldLayoutId xmlns:r="http://schemas.openxmlformats.org/officeDocument/2006/relationships" id="2147483664" r:id="Rf5e49b0717b345c0"/>
    <p:sldLayoutId xmlns:r="http://schemas.openxmlformats.org/officeDocument/2006/relationships" id="2147483665" r:id="R349cade8169b4959"/>
    <p:sldLayoutId xmlns:r="http://schemas.openxmlformats.org/officeDocument/2006/relationships" id="2147483666" r:id="R4c75b7d0e06a4495"/>
    <p:sldLayoutId xmlns:r="http://schemas.openxmlformats.org/officeDocument/2006/relationships" id="2147483667" r:id="R3e01661613f34e1c"/>
    <p:sldLayoutId xmlns:r="http://schemas.openxmlformats.org/officeDocument/2006/relationships" id="2147483668" r:id="R1103b3c1a9114194"/>
    <p:sldLayoutId xmlns:r="http://schemas.openxmlformats.org/officeDocument/2006/relationships" id="2147483669" r:id="Rae09f5c5b9864c41"/>
    <p:sldLayoutId xmlns:r="http://schemas.openxmlformats.org/officeDocument/2006/relationships" id="2147483670" r:id="R3eefa4c6af76450a"/>
    <p:sldLayoutId xmlns:r="http://schemas.openxmlformats.org/officeDocument/2006/relationships" id="2147483671" r:id="Rd3048eaeab114b3a"/>
    <p:sldLayoutId xmlns:r="http://schemas.openxmlformats.org/officeDocument/2006/relationships" id="2147483672" r:id="R039998eaeaff4a25"/>
    <p:sldLayoutId xmlns:r="http://schemas.openxmlformats.org/officeDocument/2006/relationships" id="2147483673" r:id="R6afb6fa2e5144847"/>
    <p:sldLayoutId xmlns:r="http://schemas.openxmlformats.org/officeDocument/2006/relationships" id="2147483674" r:id="Rb5425cfb8b844e2e"/>
    <p:sldLayoutId xmlns:r="http://schemas.openxmlformats.org/officeDocument/2006/relationships" id="2147483675" r:id="R3a3f23c2f1e4464a"/>
    <p:sldLayoutId xmlns:r="http://schemas.openxmlformats.org/officeDocument/2006/relationships" id="2147483676" r:id="R9f77579720fc407c"/>
    <p:sldLayoutId xmlns:r="http://schemas.openxmlformats.org/officeDocument/2006/relationships" id="2147483677" r:id="Ra2ea9e89ef094515"/>
    <p:sldLayoutId xmlns:r="http://schemas.openxmlformats.org/officeDocument/2006/relationships" id="2147483678" r:id="R5a645591e8eb4afe"/>
    <p:sldLayoutId xmlns:r="http://schemas.openxmlformats.org/officeDocument/2006/relationships" id="2147483679" r:id="Rcd88d014e54e43a3"/>
    <p:sldLayoutId xmlns:r="http://schemas.openxmlformats.org/officeDocument/2006/relationships" id="2147483680" r:id="R19649f39c072485c"/>
    <p:sldLayoutId xmlns:r="http://schemas.openxmlformats.org/officeDocument/2006/relationships" id="2147483681" r:id="R89556a180b1d4938"/>
    <p:sldLayoutId xmlns:r="http://schemas.openxmlformats.org/officeDocument/2006/relationships" id="2147483682" r:id="R6b470dd53fbd40de"/>
    <p:sldLayoutId xmlns:r="http://schemas.openxmlformats.org/officeDocument/2006/relationships" id="2147483683" r:id="R2d1bca9a67b748e1"/>
    <p:sldLayoutId xmlns:r="http://schemas.openxmlformats.org/officeDocument/2006/relationships" id="2147483684" r:id="R68fc3c759fb44a79"/>
    <p:sldLayoutId xmlns:r="http://schemas.openxmlformats.org/officeDocument/2006/relationships" id="2147483685" r:id="R12e82e2a44a64d99"/>
    <p:sldLayoutId xmlns:r="http://schemas.openxmlformats.org/officeDocument/2006/relationships" id="2147483686" r:id="R1ce5b4df1f3a4f08"/>
    <p:sldLayoutId xmlns:r="http://schemas.openxmlformats.org/officeDocument/2006/relationships" id="2147483687" r:id="Ref475e1e60674044"/>
    <p:sldLayoutId xmlns:r="http://schemas.openxmlformats.org/officeDocument/2006/relationships" id="2147483688" r:id="Rfbf2034a9c794083"/>
  </p:sldLayoutIdLst>
  <p:hf hdr="0"/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4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defRPr sz="12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763a16440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18" name="Date">
            <a:extLst xmlns:a="http://schemas.openxmlformats.org/drawingml/2006/main"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0" r:id="R080fd679e1f844f8"/>
    <p:sldLayoutId xmlns:r="http://schemas.openxmlformats.org/officeDocument/2006/relationships" id="2147483691" r:id="Rbe8b82f14b664cf1"/>
    <p:sldLayoutId xmlns:r="http://schemas.openxmlformats.org/officeDocument/2006/relationships" id="2147483692" r:id="R34bfebc897df4dc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542744e624a4a" /><Relationship Type="http://schemas.openxmlformats.org/officeDocument/2006/relationships/notesSlide" Target="/ppt/notesSlides/notesSlide1.xml" Id="R7329735ca5674a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2b0164b536a4713" /><Relationship Type="http://schemas.openxmlformats.org/officeDocument/2006/relationships/image" Target="/ppt/media/image4.png" Id="Rdbc322749cf34d75" /><Relationship Type="http://schemas.openxmlformats.org/officeDocument/2006/relationships/image" Target="/ppt/media/image5.png" Id="R518d78103613485d" /><Relationship Type="http://schemas.openxmlformats.org/officeDocument/2006/relationships/image" Target="/ppt/media/image6.png" Id="R9296af8842af46f2" /><Relationship Type="http://schemas.openxmlformats.org/officeDocument/2006/relationships/image" Target="/ppt/media/image7.png" Id="R5100b5dd94c54d8d" /><Relationship Type="http://schemas.openxmlformats.org/officeDocument/2006/relationships/image" Target="/ppt/media/image8.png" Id="Re97eb55c843e44e8" /><Relationship Type="http://schemas.openxmlformats.org/officeDocument/2006/relationships/image" Target="/ppt/media/image9.png" Id="R4b6635331a964c74" /><Relationship Type="http://schemas.openxmlformats.org/officeDocument/2006/relationships/image" Target="/ppt/media/image10.png" Id="Rd9cae35d579547bb" /><Relationship Type="http://schemas.openxmlformats.org/officeDocument/2006/relationships/notesSlide" Target="/ppt/notesSlides/notesSlide2.xml" Id="R851bcf9597ec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87f29dac63043b0" /><Relationship Type="http://schemas.openxmlformats.org/officeDocument/2006/relationships/image" Target="/ppt/media/image11.png" Id="R28b186a1af264d2a" /><Relationship Type="http://schemas.openxmlformats.org/officeDocument/2006/relationships/image" Target="/ppt/media/image12.png" Id="Rbc18eb67c5474302" /><Relationship Type="http://schemas.openxmlformats.org/officeDocument/2006/relationships/image" Target="/ppt/media/image13.png" Id="R6d82cafa850143e2" /><Relationship Type="http://schemas.openxmlformats.org/officeDocument/2006/relationships/image" Target="/ppt/media/image14.png" Id="R7731f0f41cd54fce" /><Relationship Type="http://schemas.openxmlformats.org/officeDocument/2006/relationships/notesSlide" Target="/ppt/notesSlides/notesSlide3.xml" Id="R6981fb92cae846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FBBFD4-26EC-4320-A538-380534A0D7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OCI Queue resiliente e multi-região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ED63190-E258-401C-B263-7C0ABE401913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de referência para Spring Boot e Consumer Groups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1485BB0-72BC-4ECC-9208-FB92DB128D5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de referência • 2026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321296B-7E85-4A0B-B1CC-3457E42B0D6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Boot + OCI Queue</a:t>
            </a:r>
          </a:p>
        </p:txBody>
      </p:sp>
    </p:spTree>
    <p:extLst>
      <p:ext uri="{BB962C8B-B14F-4D97-AF65-F5344CB8AC3E}">
        <p14:creationId xmlns:p14="http://schemas.microsoft.com/office/powerpoint/2010/main" val="2571841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D9FA4C-D61B-4C0D-9E8E-B79991D4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high level — fan-out e continuidade regional</a:t>
            </a:r>
          </a:p>
        </p:txBody>
      </p:sp>
      <p:sp>
        <p:nvSpPr>
          <p:cNvPr id="5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0219" y="1639956"/>
            <a:ext cx="7772400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arquitetura multi-região</a:t>
            </a:r>
          </a:p>
        </p:txBody>
      </p:sp>
      <p:sp>
        <p:nvSpPr>
          <p:cNvPr id="6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691" y="1639956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Sistemas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eventos</a:t>
            </a:r>
          </a:p>
        </p:txBody>
      </p:sp>
      <p:sp>
        <p:nvSpPr>
          <p:cNvPr id="7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163995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IAM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APIs</a:t>
            </a:r>
          </a:p>
        </p:txBody>
      </p:sp>
      <p:sp>
        <p:nvSpPr>
          <p:cNvPr id="8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397167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Operação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SRE</a:t>
            </a:r>
          </a:p>
        </p:txBody>
      </p:sp>
      <p:sp>
        <p:nvSpPr>
          <p:cNvPr id="9" name="clientes">
            <a:extLst xmlns:a="http://schemas.openxmlformats.org/drawingml/2006/main">
              <a:ext uri="{FF2B5EF4-FFF2-40B4-BE49-F238E27FC236}">
                <a16:creationId xmlns:a16="http://schemas.microsoft.com/office/drawing/2014/main" id="{32AAB6D4-5936-48FB-A58A-B23E65F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1076325" cy="1428750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322749cf34d75"/>
          <a:stretch xmlns:a="http://schemas.openxmlformats.org/drawingml/2006/main"/>
        </p:blipFill>
        <p:spPr>
          <a:xfrm xmlns:a="http://schemas.openxmlformats.org/drawingml/2006/main">
            <a:off x="1123950" y="290512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" name="clientes-label">
            <a:extLst xmlns:a="http://schemas.openxmlformats.org/drawingml/2006/main">
              <a:ext uri="{FF2B5EF4-FFF2-40B4-BE49-F238E27FC236}">
                <a16:creationId xmlns:a16="http://schemas.microsoft.com/office/drawing/2014/main" id="{FBBBF4C1-F18D-4D2C-812A-937CD94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APIs • jobs</a:t>
            </a:r>
          </a:p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integrações</a:t>
            </a:r>
          </a:p>
        </p:txBody>
      </p:sp>
      <p:sp>
        <p:nvSpPr>
          <p:cNvPr id="12" name="spring-boot">
            <a:extLst xmlns:a="http://schemas.openxmlformats.org/drawingml/2006/main">
              <a:ext uri="{FF2B5EF4-FFF2-40B4-BE49-F238E27FC236}">
                <a16:creationId xmlns:a16="http://schemas.microsoft.com/office/drawing/2014/main" id="{815C5FE9-3E1B-4681-8EEC-25087BA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47925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d78103613485d"/>
          <a:stretch xmlns:a="http://schemas.openxmlformats.org/drawingml/2006/main"/>
        </p:blipFill>
        <p:spPr>
          <a:xfrm xmlns:a="http://schemas.openxmlformats.org/drawingml/2006/main">
            <a:off x="2705100" y="2686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spring-boot-title">
            <a:extLst xmlns:a="http://schemas.openxmlformats.org/drawingml/2006/main">
              <a:ext uri="{FF2B5EF4-FFF2-40B4-BE49-F238E27FC236}">
                <a16:creationId xmlns:a16="http://schemas.microsoft.com/office/drawing/2014/main" id="{9FB94B01-63C4-4CBA-9C54-7DE16FD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64B57"/>
                </a:solidFill>
              </a:defRPr>
            </a:pPr>
            <a:r>
              <a:rPr sz="1350" b="1">
                <a:solidFill>
                  <a:srgbClr val="064B57"/>
                </a:solidFill>
              </a:rPr>
              <a:t>Spring Boot</a:t>
            </a:r>
          </a:p>
        </p:txBody>
      </p:sp>
      <p:sp>
        <p:nvSpPr>
          <p:cNvPr id="15" name="spring-boot-body">
            <a:extLst xmlns:a="http://schemas.openxmlformats.org/drawingml/2006/main">
              <a:ext uri="{FF2B5EF4-FFF2-40B4-BE49-F238E27FC236}">
                <a16:creationId xmlns:a16="http://schemas.microsoft.com/office/drawing/2014/main" id="{D49916BA-9F40-4310-A26F-EBCE0DF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04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Producer • atributos</a:t>
            </a:r>
          </a:p>
          <a:p xmlns:a="http://schemas.openxmlformats.org/drawingml/2006/main">
            <a:pPr>
              <a:buNone/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Consumer • handler</a:t>
            </a:r>
          </a:p>
        </p:txBody>
      </p:sp>
      <p:sp>
        <p:nvSpPr>
          <p:cNvPr id="16" name="ha-cache-router">
            <a:extLst xmlns:a="http://schemas.openxmlformats.org/drawingml/2006/main">
              <a:ext uri="{FF2B5EF4-FFF2-40B4-BE49-F238E27FC236}">
                <a16:creationId xmlns:a16="http://schemas.microsoft.com/office/drawing/2014/main" id="{523DFD8B-8938-417F-93BC-16BC7C5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47950"/>
            <a:ext cx="169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QueuePublisher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retry + backoff</a:t>
            </a:r>
          </a:p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7" name="cache-active">
            <a:extLst xmlns:a="http://schemas.openxmlformats.org/drawingml/2006/main">
              <a:ext uri="{FF2B5EF4-FFF2-40B4-BE49-F238E27FC236}">
                <a16:creationId xmlns:a16="http://schemas.microsoft.com/office/drawing/2014/main" id="{15AED6DB-680E-42D3-91A1-13048E3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6af8842af46f2"/>
          <a:stretch xmlns:a="http://schemas.openxmlformats.org/drawingml/2006/main"/>
        </p:blipFill>
        <p:spPr>
          <a:xfrm xmlns:a="http://schemas.openxmlformats.org/drawingml/2006/main">
            <a:off x="7162800" y="23526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pill-ATIVA • REGIÃO A">
            <a:extLst xmlns:a="http://schemas.openxmlformats.org/drawingml/2006/main">
              <a:ext uri="{FF2B5EF4-FFF2-40B4-BE49-F238E27FC236}">
                <a16:creationId xmlns:a16="http://schemas.microsoft.com/office/drawing/2014/main" id="{B3C29012-B61C-4ECF-8694-72EF8E8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ATIVA • REGIÃO A</a:t>
            </a:r>
          </a:p>
        </p:txBody>
      </p:sp>
      <p:sp>
        <p:nvSpPr>
          <p:cNvPr id="20" name="cache-active-title">
            <a:extLst xmlns:a="http://schemas.openxmlformats.org/drawingml/2006/main">
              <a:ext uri="{FF2B5EF4-FFF2-40B4-BE49-F238E27FC236}">
                <a16:creationId xmlns:a16="http://schemas.microsoft.com/office/drawing/2014/main" id="{8A929241-DC93-40E1-9BD8-B4FEBE6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384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Queue</a:t>
            </a:r>
          </a:p>
        </p:txBody>
      </p:sp>
      <p:sp>
        <p:nvSpPr>
          <p:cNvPr id="21" name="cache-active-body">
            <a:extLst xmlns:a="http://schemas.openxmlformats.org/drawingml/2006/main">
              <a:ext uri="{FF2B5EF4-FFF2-40B4-BE49-F238E27FC236}">
                <a16:creationId xmlns:a16="http://schemas.microsoft.com/office/drawing/2014/main" id="{9C2537E7-87EB-46B9-94B2-5888C2C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908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fan-out • filtros</a:t>
            </a:r>
          </a:p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consumer groups</a:t>
            </a:r>
          </a:p>
        </p:txBody>
      </p:sp>
      <p:sp>
        <p:nvSpPr>
          <p:cNvPr id="22" name="cache-standby">
            <a:extLst xmlns:a="http://schemas.openxmlformats.org/drawingml/2006/main">
              <a:ext uri="{FF2B5EF4-FFF2-40B4-BE49-F238E27FC236}">
                <a16:creationId xmlns:a16="http://schemas.microsoft.com/office/drawing/2014/main" id="{736641F4-B2B5-4194-8C6E-3835C73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862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0b5dd94c54d8d"/>
          <a:stretch xmlns:a="http://schemas.openxmlformats.org/drawingml/2006/main"/>
        </p:blipFill>
        <p:spPr>
          <a:xfrm xmlns:a="http://schemas.openxmlformats.org/drawingml/2006/main">
            <a:off x="7162800" y="41814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pill-STANDBY • REGIÃO B">
            <a:extLst xmlns:a="http://schemas.openxmlformats.org/drawingml/2006/main">
              <a:ext uri="{FF2B5EF4-FFF2-40B4-BE49-F238E27FC236}">
                <a16:creationId xmlns:a16="http://schemas.microsoft.com/office/drawing/2014/main" id="{064D3052-E640-41DE-818D-C4C89C3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57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STANDBY • REGIÃO B</a:t>
            </a:r>
          </a:p>
        </p:txBody>
      </p:sp>
      <p:sp>
        <p:nvSpPr>
          <p:cNvPr id="25" name="cache-standby-title">
            <a:extLst xmlns:a="http://schemas.openxmlformats.org/drawingml/2006/main">
              <a:ext uri="{FF2B5EF4-FFF2-40B4-BE49-F238E27FC236}">
                <a16:creationId xmlns:a16="http://schemas.microsoft.com/office/drawing/2014/main" id="{8D507723-F29E-4A01-847B-C492C2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577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Queue</a:t>
            </a:r>
          </a:p>
        </p:txBody>
      </p:sp>
      <p:sp>
        <p:nvSpPr>
          <p:cNvPr id="26" name="cache-standby-body">
            <a:extLst xmlns:a="http://schemas.openxmlformats.org/drawingml/2006/main">
              <a:ext uri="{FF2B5EF4-FFF2-40B4-BE49-F238E27FC236}">
                <a16:creationId xmlns:a16="http://schemas.microsoft.com/office/drawing/2014/main" id="{24D8B12F-2985-4E68-89B6-6B81CB4D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0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pré-provisionada</a:t>
            </a:r>
          </a:p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via IaC</a:t>
            </a:r>
          </a:p>
        </p:txBody>
      </p:sp>
      <p:sp>
        <p:nvSpPr>
          <p:cNvPr id="27" name="vault">
            <a:extLst xmlns:a="http://schemas.openxmlformats.org/drawingml/2006/main">
              <a:ext uri="{FF2B5EF4-FFF2-40B4-BE49-F238E27FC236}">
                <a16:creationId xmlns:a16="http://schemas.microsoft.com/office/drawing/2014/main" id="{DF3245D1-14E2-4012-B6EB-0CC3701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180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eb55c843e44e8"/>
          <a:stretch xmlns:a="http://schemas.openxmlformats.org/drawingml/2006/main"/>
        </p:blipFill>
        <p:spPr>
          <a:xfrm xmlns:a="http://schemas.openxmlformats.org/drawingml/2006/main">
            <a:off x="5029200" y="45529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9" name="vault-label">
            <a:extLst xmlns:a="http://schemas.openxmlformats.org/drawingml/2006/main">
              <a:ext uri="{FF2B5EF4-FFF2-40B4-BE49-F238E27FC236}">
                <a16:creationId xmlns:a16="http://schemas.microsoft.com/office/drawing/2014/main" id="{981142F0-22D3-4B00-B5CF-56E3DA4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62475"/>
            <a:ext cx="923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Vault + IAM</a:t>
            </a:r>
          </a:p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segredos • políticas</a:t>
            </a:r>
          </a:p>
        </p:txBody>
      </p:sp>
      <p:sp>
        <p:nvSpPr>
          <p:cNvPr id="30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27E8E387-29B5-4D54-B322-2819123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098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635331a964c74"/>
          <a:stretch xmlns:a="http://schemas.openxmlformats.org/drawingml/2006/main"/>
        </p:blipFill>
        <p:spPr>
          <a:xfrm xmlns:a="http://schemas.openxmlformats.org/drawingml/2006/main">
            <a:off x="10420350" y="23717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2" name="control-plane-label">
            <a:extLst xmlns:a="http://schemas.openxmlformats.org/drawingml/2006/main">
              <a:ext uri="{FF2B5EF4-FFF2-40B4-BE49-F238E27FC236}">
                <a16:creationId xmlns:a16="http://schemas.microsoft.com/office/drawing/2014/main" id="{E26B7381-9FB6-424F-B3B3-84F5C637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99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provisionar</a:t>
            </a:r>
          </a:p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validar • promover</a:t>
            </a:r>
          </a:p>
        </p:txBody>
      </p:sp>
      <p:sp>
        <p:nvSpPr>
          <p:cNvPr id="33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FBE2D860-A8AF-45CC-B2F5-33CF80E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4577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ae35d579547bb"/>
          <a:stretch xmlns:a="http://schemas.openxmlformats.org/drawingml/2006/main"/>
        </p:blipFill>
        <p:spPr>
          <a:xfrm xmlns:a="http://schemas.openxmlformats.org/drawingml/2006/main">
            <a:off x="10420350" y="46196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5" name="observability-label">
            <a:extLst xmlns:a="http://schemas.openxmlformats.org/drawingml/2006/main">
              <a:ext uri="{FF2B5EF4-FFF2-40B4-BE49-F238E27FC236}">
                <a16:creationId xmlns:a16="http://schemas.microsoft.com/office/drawing/2014/main" id="{404298B2-E392-4925-9805-A7EAC7B1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257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backlog • DLQ</a:t>
            </a:r>
          </a:p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alertas • tracing</a:t>
            </a:r>
          </a:p>
        </p:txBody>
      </p:sp>
      <p:cxnSp>
        <p:nvCxnSpPr>
          <p:cNvPr id="17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962150" y="3181350"/>
            <a:ext cx="57150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17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629150" y="3181350"/>
            <a:ext cx="2762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17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600825" y="2833688"/>
            <a:ext cx="400050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174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600825" y="3200400"/>
            <a:ext cx="400050" cy="1423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175" name=""/>
          <p:cNvCxnSpPr>
            <a:stCxn xmlns:a="http://schemas.openxmlformats.org/drawingml/2006/main" id="2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3581400" y="3914775"/>
            <a:ext cx="1276350" cy="919163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176" name=""/>
          <p:cNvCxnSpPr>
            <a:stCxn xmlns:a="http://schemas.openxmlformats.org/drawingml/2006/main" id="30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572625" y="2819400"/>
            <a:ext cx="647700" cy="1804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17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2833688"/>
            <a:ext cx="647700" cy="2233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2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4624388"/>
            <a:ext cx="647700" cy="442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44" name="legend">
            <a:extLst xmlns:a="http://schemas.openxmlformats.org/drawingml/2006/main">
              <a:ext uri="{FF2B5EF4-FFF2-40B4-BE49-F238E27FC236}">
                <a16:creationId xmlns:a16="http://schemas.microsoft.com/office/drawing/2014/main" id="{2C2BC253-6787-49AE-A5B5-AE8BC6C5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150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B6662"/>
                </a:solidFill>
              </a:defRPr>
            </a:pPr>
            <a:r>
              <a:rPr sz="825" b="0">
                <a:solidFill>
                  <a:srgbClr val="6B6662"/>
                </a:solidFill>
              </a:rPr>
              <a:t>Linha sólida: eventos   •   Linha tracejada: saúde, automação e failover   •   Filtros avaliados no publish</a:t>
            </a:r>
          </a:p>
        </p:txBody>
      </p:sp>
    </p:spTree>
    <p:extLst>
      <p:ext uri="{BB962C8B-B14F-4D97-AF65-F5344CB8AC3E}">
        <p14:creationId xmlns:p14="http://schemas.microsoft.com/office/powerpoint/2010/main" val="4516114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34E7BA7-C278-419A-B22D-C6460C19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técnica — fluxo confiável da OCI Queue</a:t>
            </a:r>
          </a:p>
        </p:txBody>
      </p:sp>
      <p:sp>
        <p:nvSpPr>
          <p:cNvPr id="93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705" y="1646583"/>
            <a:ext cx="6778681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região ativa</a:t>
            </a:r>
          </a:p>
        </p:txBody>
      </p:sp>
      <p:sp>
        <p:nvSpPr>
          <p:cNvPr id="94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22" y="1646583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Sistemas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eventos</a:t>
            </a:r>
          </a:p>
        </p:txBody>
      </p:sp>
      <p:sp>
        <p:nvSpPr>
          <p:cNvPr id="95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64658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Control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Plane</a:t>
            </a:r>
          </a:p>
        </p:txBody>
      </p:sp>
      <p:sp>
        <p:nvSpPr>
          <p:cNvPr id="96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108" y="397830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Observabilidade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DA8D78E-0483-2746-9483-927253A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278" y="1721760"/>
            <a:ext cx="5008433" cy="4406303"/>
          </a:xfrm>
          <a:prstGeom xmlns:a="http://schemas.openxmlformats.org/drawingml/2006/main" prst="roundRect">
            <a:avLst>
              <a:gd name="adj" fmla="val 1237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Aplicação e mensageria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D08F6F-185C-8944-B5DB-DF35BE0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972" y="2206576"/>
            <a:ext cx="6513465" cy="3755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BB501C"/>
            </a:solidFill>
            <a:prstDash val="lg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VCN da aplicação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2501975"/>
            <a:ext cx="6259546" cy="157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lvl="0"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Sub-rede da aplicação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774C416-8005-BE4A-AB58-15994074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4293126"/>
            <a:ext cx="6259546" cy="1607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OCI Queue / Consumer Groups</a:t>
            </a:r>
          </a:p>
        </p:txBody>
      </p:sp>
      <p:sp>
        <p:nvSpPr>
          <p:cNvPr id="97" name="event-source">
            <a:extLst xmlns:a="http://schemas.openxmlformats.org/drawingml/2006/main">
              <a:ext uri="{FF2B5EF4-FFF2-40B4-BE49-F238E27FC236}">
                <a16:creationId xmlns:a16="http://schemas.microsoft.com/office/drawing/2014/main" id="{BC4CA489-9E41-442A-A6FA-2844505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1066800" cy="1409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86a1af264d2a"/>
          <a:stretch xmlns:a="http://schemas.openxmlformats.org/drawingml/2006/main"/>
        </p:blipFill>
        <p:spPr>
          <a:xfrm xmlns:a="http://schemas.openxmlformats.org/drawingml/2006/main">
            <a:off x="1228725" y="30099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99" name="event-source-label">
            <a:extLst xmlns:a="http://schemas.openxmlformats.org/drawingml/2006/main">
              <a:ext uri="{FF2B5EF4-FFF2-40B4-BE49-F238E27FC236}">
                <a16:creationId xmlns:a16="http://schemas.microsoft.com/office/drawing/2014/main" id="{35ADE063-7719-4416-A4F9-62856E6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480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API • batch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integrações</a:t>
            </a:r>
          </a:p>
        </p:txBody>
      </p:sp>
      <p:sp>
        <p:nvSpPr>
          <p:cNvPr id="100" name="producer">
            <a:extLst xmlns:a="http://schemas.openxmlformats.org/drawingml/2006/main">
              <a:ext uri="{FF2B5EF4-FFF2-40B4-BE49-F238E27FC236}">
                <a16:creationId xmlns:a16="http://schemas.microsoft.com/office/drawing/2014/main" id="{679D9D3E-473E-424F-BD8A-89C7CF9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90825"/>
            <a:ext cx="1571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PRODUCER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QueuePublisher</a:t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atributos + businessKey</a:t>
            </a:r>
          </a:p>
        </p:txBody>
      </p:sp>
      <p:sp>
        <p:nvSpPr>
          <p:cNvPr id="101" name="technical-router">
            <a:extLst xmlns:a="http://schemas.openxmlformats.org/drawingml/2006/main">
              <a:ext uri="{FF2B5EF4-FFF2-40B4-BE49-F238E27FC236}">
                <a16:creationId xmlns:a16="http://schemas.microsoft.com/office/drawing/2014/main" id="{226CC08E-C9D7-4D3D-A582-1E058B2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90825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RESILIÊNCIA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timeout</a:t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retry + jitter</a:t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02" name="consumer">
            <a:extLst xmlns:a="http://schemas.openxmlformats.org/drawingml/2006/main">
              <a:ext uri="{FF2B5EF4-FFF2-40B4-BE49-F238E27FC236}">
                <a16:creationId xmlns:a16="http://schemas.microsoft.com/office/drawing/2014/main" id="{8FCFEF00-D5DA-4938-94CB-4783FEC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1866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CONSUMER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GetMessages → handler</a:t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Delete após sucesso</a:t>
            </a:r>
          </a:p>
        </p:txBody>
      </p:sp>
      <p:sp>
        <p:nvSpPr>
          <p:cNvPr id="103" name="technical-cache">
            <a:extLst xmlns:a="http://schemas.openxmlformats.org/drawingml/2006/main">
              <a:ext uri="{FF2B5EF4-FFF2-40B4-BE49-F238E27FC236}">
                <a16:creationId xmlns:a16="http://schemas.microsoft.com/office/drawing/2014/main" id="{9ED62323-18F5-4657-8AF9-17A4A07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8eb67c5474302"/>
          <a:stretch xmlns:a="http://schemas.openxmlformats.org/drawingml/2006/main"/>
        </p:blipFill>
        <p:spPr>
          <a:xfrm xmlns:a="http://schemas.openxmlformats.org/drawingml/2006/main">
            <a:off x="3943350" y="48291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05" name="technical-cache-label">
            <a:extLst xmlns:a="http://schemas.openxmlformats.org/drawingml/2006/main">
              <a:ext uri="{FF2B5EF4-FFF2-40B4-BE49-F238E27FC236}">
                <a16:creationId xmlns:a16="http://schemas.microsoft.com/office/drawing/2014/main" id="{83799392-31C2-4A4F-A6C0-B2EFDB6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52975"/>
            <a:ext cx="87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OCI Queue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fan-out + filtros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visibility timeout</a:t>
            </a:r>
          </a:p>
        </p:txBody>
      </p:sp>
      <p:sp>
        <p:nvSpPr>
          <p:cNvPr id="106" name="recovery-worker">
            <a:extLst xmlns:a="http://schemas.openxmlformats.org/drawingml/2006/main">
              <a:ext uri="{FF2B5EF4-FFF2-40B4-BE49-F238E27FC236}">
                <a16:creationId xmlns:a16="http://schemas.microsoft.com/office/drawing/2014/main" id="{4E0D6331-FA14-4444-9908-4BD5AAF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RETRY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long polling</a:t>
            </a:r>
          </a:p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reprocessamento seguro</a:t>
            </a:r>
          </a:p>
        </p:txBody>
      </p:sp>
      <p:sp>
        <p:nvSpPr>
          <p:cNvPr id="107" name="dead-letter-stream">
            <a:extLst xmlns:a="http://schemas.openxmlformats.org/drawingml/2006/main">
              <a:ext uri="{FF2B5EF4-FFF2-40B4-BE49-F238E27FC236}">
                <a16:creationId xmlns:a16="http://schemas.microsoft.com/office/drawing/2014/main" id="{3EFCD9EC-D2FE-4B4A-A128-2CF71A0D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10100"/>
            <a:ext cx="156210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DLQ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max attempts</a:t>
            </a:r>
          </a:p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análise + replay</a:t>
            </a:r>
          </a:p>
        </p:txBody>
      </p:sp>
      <p:sp>
        <p:nvSpPr>
          <p:cNvPr id="108" name="technical-control-plane">
            <a:extLst xmlns:a="http://schemas.openxmlformats.org/drawingml/2006/main">
              <a:ext uri="{FF2B5EF4-FFF2-40B4-BE49-F238E27FC236}">
                <a16:creationId xmlns:a16="http://schemas.microsoft.com/office/drawing/2014/main" id="{98533BA8-8D95-42B5-89DF-B41AE80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2669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2cafa850143e2"/>
          <a:stretch xmlns:a="http://schemas.openxmlformats.org/drawingml/2006/main"/>
        </p:blipFill>
        <p:spPr>
          <a:xfrm xmlns:a="http://schemas.openxmlformats.org/drawingml/2006/main">
            <a:off x="10353675" y="2428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0" name="technical-control-label">
            <a:extLst xmlns:a="http://schemas.openxmlformats.org/drawingml/2006/main">
              <a:ext uri="{FF2B5EF4-FFF2-40B4-BE49-F238E27FC236}">
                <a16:creationId xmlns:a16="http://schemas.microsoft.com/office/drawing/2014/main" id="{72B587E2-AD9C-425D-A3D9-A87122C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criar grupos</a:t>
            </a:r>
          </a:p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validar • promover</a:t>
            </a:r>
          </a:p>
        </p:txBody>
      </p:sp>
      <p:sp>
        <p:nvSpPr>
          <p:cNvPr id="111" name="technical-metrics">
            <a:extLst xmlns:a="http://schemas.openxmlformats.org/drawingml/2006/main">
              <a:ext uri="{FF2B5EF4-FFF2-40B4-BE49-F238E27FC236}">
                <a16:creationId xmlns:a16="http://schemas.microsoft.com/office/drawing/2014/main" id="{3C37B822-90D3-48AE-B0EB-D08BE39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4767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1f0f41cd54fce"/>
          <a:stretch xmlns:a="http://schemas.openxmlformats.org/drawingml/2006/main"/>
        </p:blipFill>
        <p:spPr>
          <a:xfrm xmlns:a="http://schemas.openxmlformats.org/drawingml/2006/main">
            <a:off x="10353675" y="46386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3" name="technical-metrics-label">
            <a:extLst xmlns:a="http://schemas.openxmlformats.org/drawingml/2006/main">
              <a:ext uri="{FF2B5EF4-FFF2-40B4-BE49-F238E27FC236}">
                <a16:creationId xmlns:a16="http://schemas.microsoft.com/office/drawing/2014/main" id="{F687C536-35E1-44B5-BA3E-AA788E51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2387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backlog • retries</a:t>
            </a:r>
          </a:p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DLQ • mensagens sem match</a:t>
            </a:r>
          </a:p>
        </p:txBody>
      </p:sp>
      <p:cxnSp>
        <p:nvCxnSpPr>
          <p:cNvPr id="234" name=""/>
          <p:cNvCxnSpPr>
            <a:stCxn xmlns:a="http://schemas.openxmlformats.org/drawingml/2006/main" id="97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 flipV="1">
            <a:off x="2057400" y="3286125"/>
            <a:ext cx="16478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23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5276850" y="32861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236" name=""/>
          <p:cNvCxnSpPr>
            <a:stCxn xmlns:a="http://schemas.openxmlformats.org/drawingml/2006/main" id="101" idx="2"/>
            <a:endCxn xmlns:a="http://schemas.openxmlformats.org/drawingml/2006/main" id="102" idx="2"/>
          </p:cNvCxnSpPr>
          <p:nvPr/>
        </p:nvCxnSpPr>
        <p:spPr>
          <a:xfrm xmlns:a="http://schemas.openxmlformats.org/drawingml/2006/main">
            <a:off x="6229350" y="3781425"/>
            <a:ext cx="188595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237" name=""/>
          <p:cNvCxnSpPr>
            <a:stCxn xmlns:a="http://schemas.openxmlformats.org/drawingml/2006/main" id="101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4686300" y="3781425"/>
            <a:ext cx="154305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238" name=""/>
          <p:cNvCxnSpPr>
            <a:stCxn xmlns:a="http://schemas.openxmlformats.org/drawingml/2006/main" id="103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4686300" y="3781425"/>
            <a:ext cx="34290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239" name=""/>
          <p:cNvCxnSpPr>
            <a:stCxn xmlns:a="http://schemas.openxmlformats.org/drawingml/2006/main" id="103" idx="0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686300" y="4381500"/>
            <a:ext cx="209550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solid"/>
            <a:tailEnd type="arrow" w="med" len="med"/>
          </a:ln>
        </p:spPr>
      </p:cxnSp>
      <p:cxnSp>
        <p:nvCxnSpPr>
          <p:cNvPr id="240" name=""/>
          <p:cNvCxnSpPr>
            <a:stCxn xmlns:a="http://schemas.openxmlformats.org/drawingml/2006/main" id="106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6781800" y="3781425"/>
            <a:ext cx="13335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241" name=""/>
          <p:cNvCxnSpPr>
            <a:stCxn xmlns:a="http://schemas.openxmlformats.org/drawingml/2006/main" id="106" idx="0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6781800" y="4381500"/>
            <a:ext cx="197167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3312D"/>
            </a:solidFill>
            <a:prstDash val="solid"/>
            <a:tailEnd type="arrow" w="med" len="med"/>
          </a:ln>
        </p:spPr>
      </p:cxnSp>
      <p:cxnSp>
        <p:nvCxnSpPr>
          <p:cNvPr id="242" name=""/>
          <p:cNvCxnSpPr>
            <a:stCxn xmlns:a="http://schemas.openxmlformats.org/drawingml/2006/main" id="108" idx="1"/>
            <a:endCxn xmlns:a="http://schemas.openxmlformats.org/drawingml/2006/main" id="101" idx="0"/>
          </p:cNvCxnSpPr>
          <p:nvPr/>
        </p:nvCxnSpPr>
        <p:spPr>
          <a:xfrm xmlns:a="http://schemas.openxmlformats.org/drawingml/2006/main" flipH="1" flipV="1">
            <a:off x="6229350" y="2562225"/>
            <a:ext cx="3895725" cy="3048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243" name=""/>
          <p:cNvCxnSpPr>
            <a:stCxn xmlns:a="http://schemas.openxmlformats.org/drawingml/2006/main" id="102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9048750" y="3286125"/>
            <a:ext cx="1076325" cy="1790700"/>
          </a:xfrm>
          <a:prstGeom xmlns:a="http://schemas.openxmlformats.org/drawingml/2006/main" prst="bentConnector3">
            <a:avLst>
              <a:gd name="adj1" fmla="val 78761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124" name="pill-AT-LEAST-ONCE">
            <a:extLst xmlns:a="http://schemas.openxmlformats.org/drawingml/2006/main">
              <a:ext uri="{FF2B5EF4-FFF2-40B4-BE49-F238E27FC236}">
                <a16:creationId xmlns:a16="http://schemas.microsoft.com/office/drawing/2014/main" id="{87082F38-90D8-46A7-AC95-B4239F9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912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964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AT-LEAST-ONCE</a:t>
            </a:r>
          </a:p>
        </p:txBody>
      </p:sp>
      <p:sp>
        <p:nvSpPr>
          <p:cNvPr id="125" name="pill-ACK APÓS SUCESSO">
            <a:extLst xmlns:a="http://schemas.openxmlformats.org/drawingml/2006/main">
              <a:ext uri="{FF2B5EF4-FFF2-40B4-BE49-F238E27FC236}">
                <a16:creationId xmlns:a16="http://schemas.microsoft.com/office/drawing/2014/main" id="{99241165-2C0F-4090-A1D6-2DAED9FC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91200"/>
            <a:ext cx="140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ACK APÓS SUCESSO</a:t>
            </a:r>
          </a:p>
        </p:txBody>
      </p:sp>
      <p:sp>
        <p:nvSpPr>
          <p:cNvPr id="126" name="pill-RECLAIM ÓRFÃOS">
            <a:extLst xmlns:a="http://schemas.openxmlformats.org/drawingml/2006/main">
              <a:ext uri="{FF2B5EF4-FFF2-40B4-BE49-F238E27FC236}">
                <a16:creationId xmlns:a16="http://schemas.microsoft.com/office/drawing/2014/main" id="{236D96BC-1745-405B-AA5A-626E3E1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912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IDEMPOTÊNCIA</a:t>
            </a:r>
          </a:p>
        </p:txBody>
      </p:sp>
      <p:sp>
        <p:nvSpPr>
          <p:cNvPr id="127" name="pill-DLQ ATÔMICA + MÉTRICAS">
            <a:extLst xmlns:a="http://schemas.openxmlformats.org/drawingml/2006/main">
              <a:ext uri="{FF2B5EF4-FFF2-40B4-BE49-F238E27FC236}">
                <a16:creationId xmlns:a16="http://schemas.microsoft.com/office/drawing/2014/main" id="{FA6ED9A4-7D06-4883-882D-B5274CA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9120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12D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DLQ + MÉTRICAS</a:t>
            </a:r>
          </a:p>
        </p:txBody>
      </p:sp>
    </p:spTree>
    <p:extLst>
      <p:ext uri="{BB962C8B-B14F-4D97-AF65-F5344CB8AC3E}">
        <p14:creationId xmlns:p14="http://schemas.microsoft.com/office/powerpoint/2010/main" val="3190599177"/>
      </p:ext>
    </p:extLst>
  </p:cSld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2026-07-27T22:35:40.3280000Z</dcterms:created>
  <dcterms:modified xsi:type="dcterms:W3CDTF">2026-07-27T22:35:40.3280000Z</dcterms:modified>
</coreProperties>
</file>