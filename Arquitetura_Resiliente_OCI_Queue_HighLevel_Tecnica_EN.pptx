
<file path=[Content_Types].xml><?xml version="1.0" encoding="utf-8"?>
<Types xmlns="http://schemas.openxmlformats.org/package/2006/content-types">
  <Default Extension="xml" ContentType="application/vnd.openxmlformats-package.core-properties+xml"/>
  <Default Extension="emf" ContentType="image/x-emf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9bf8ee6d694ece" /><Relationship Type="http://schemas.openxmlformats.org/officeDocument/2006/relationships/extended-properties" Target="/docProps/app.xml" Id="R2b8b1be5d92649b3" /><Relationship Type="http://schemas.openxmlformats.org/officeDocument/2006/relationships/officeDocument" Target="/ppt/presentation.xml" Id="Ra5baf22ea32544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763bfb3d4d4fce"/>
    <p:sldMasterId xmlns:r="http://schemas.openxmlformats.org/officeDocument/2006/relationships" id="2147483689" r:id="R4b717a7a6964448a"/>
  </p:sldMasterIdLst>
  <p:notesMasterIdLst>
    <p:notesMasterId xmlns:r="http://schemas.openxmlformats.org/officeDocument/2006/relationships" r:id="R11ad861735c049e4"/>
  </p:notesMasterIdLst>
  <p:sldIdLst>
    <p:sldId xmlns:r="http://schemas.openxmlformats.org/officeDocument/2006/relationships" id="256" r:id="R272fe8e5107345bb"/>
    <p:sldId xmlns:r="http://schemas.openxmlformats.org/officeDocument/2006/relationships" id="257" r:id="R62142233a9014e5a"/>
    <p:sldId xmlns:r="http://schemas.openxmlformats.org/officeDocument/2006/relationships" id="258" r:id="R2d6a7b678ff447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cea4f9e54e44fd" /><Relationship Type="http://schemas.openxmlformats.org/officeDocument/2006/relationships/slideMaster" Target="/ppt/slideMasters/slideMaster1.xml" Id="R70763bfb3d4d4fce" /><Relationship Type="http://schemas.openxmlformats.org/officeDocument/2006/relationships/slideMaster" Target="/ppt/slideMasters/slideMaster2.xml" Id="R4b717a7a6964448a" /><Relationship Type="http://schemas.openxmlformats.org/officeDocument/2006/relationships/notesMaster" Target="/ppt/notesMasters/notesMaster1.xml" Id="R11ad861735c049e4" /><Relationship Type="http://schemas.openxmlformats.org/officeDocument/2006/relationships/presProps" Target="/ppt/presProps.xml" Id="R4cd81e0777fe4fd6" /><Relationship Type="http://schemas.openxmlformats.org/officeDocument/2006/relationships/viewProps" Target="/ppt/viewProps.xml" Id="Rf97cd719026e49ba" /><Relationship Type="http://schemas.openxmlformats.org/officeDocument/2006/relationships/tableStyles" Target="/ppt/tableStyles.xml" Id="Rde91aed8019b4a9b" /><Relationship Type="http://schemas.openxmlformats.org/officeDocument/2006/relationships/slide" Target="/ppt/slides/slide1.xml" Id="R272fe8e5107345bb" /><Relationship Type="http://schemas.openxmlformats.org/officeDocument/2006/relationships/slide" Target="/ppt/slides/slide2.xml" Id="R62142233a9014e5a" /><Relationship Type="http://schemas.openxmlformats.org/officeDocument/2006/relationships/slide" Target="/ppt/slides/slide3.xml" Id="R2d6a7b678ff447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c24dc4b51fa841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1d5b3c43584933" /><Relationship Type="http://schemas.openxmlformats.org/officeDocument/2006/relationships/notesMaster" Target="/ppt/notesMasters/notesMaster1.xml" Id="Rbe699f27716f4a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690da9834f4ce8" /><Relationship Type="http://schemas.openxmlformats.org/officeDocument/2006/relationships/notesMaster" Target="/ppt/notesMasters/notesMaster1.xml" Id="R609b209832ce43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410b688ebe43b9" /><Relationship Type="http://schemas.openxmlformats.org/officeDocument/2006/relationships/notesMaster" Target="/ppt/notesMasters/notesMaster1.xml" Id="Ra993370e9bdd47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Arquitetura_Resiliente_OCI_Queue_HighLevel_Tecnica.pptx (workspace source deck) — Oracle visual system, icons, and layout.</a:t>
            </a:r>
          </a:p>
          <a:p xmlns:a="http://schemas.openxmlformats.org/drawingml/2006/main">
            <a:r>
              <a:t>- ResilientHAQueue workspace — Spring Boot implementation and resilience controls.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Arquitetura_Resiliente_OCI_Queue_HighLevel_Tecnica.pptx (workspace source deck) — Oracle visual system, icons, and layout.</a:t>
            </a:r>
          </a:p>
          <a:p xmlns:a="http://schemas.openxmlformats.org/drawingml/2006/main">
            <a:r>
              <a:t>- Oracle Cloud Infrastructure, “Fan-out with Filtering (Consumer Groups)”: https://docs.oracle.com/en-us/iaas/Content/queue/fanout-top.htm — Consumer Groups, fan-out, and attribute filters.</a:t>
            </a:r>
          </a:p>
          <a:p xmlns:a="http://schemas.openxmlformats.org/drawingml/2006/main">
            <a:r>
              <a:t>- ResilientHAQueue workspace — producer, consumer, retry, backoff, and circuit breaker.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Arquitetura_Resiliente_OCI_Queue_HighLevel_Tecnica.pptx (workspace source deck) — Oracle visual system, icons, and layout.</a:t>
            </a:r>
          </a:p>
          <a:p xmlns:a="http://schemas.openxmlformats.org/drawingml/2006/main">
            <a:r>
              <a:t>- Oracle Cloud Infrastructure, “Fan-out with Filtering (Consumer Groups)”: https://docs.oracle.com/en-us/iaas/Content/queue/fanout-top.htm — Consumer Groups, filters, pull delivery, and retention semantics.</a:t>
            </a:r>
          </a:p>
          <a:p xmlns:a="http://schemas.openxmlformats.org/drawingml/2006/main">
            <a:r>
              <a:t>- ResilientHAQueue workspace — idempotent handler, retries, and observability.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3baf49490f48c5" /><Relationship Type="http://schemas.openxmlformats.org/officeDocument/2006/relationships/image" Target="/ppt/media/image.png" Id="Rc5bfb29d039b480f" /><Relationship Type="http://schemas.openxmlformats.org/officeDocument/2006/relationships/image" Target="/ppt/media/image.emf" Id="R6bc864b861014a03" /><Relationship Type="http://schemas.openxmlformats.org/officeDocument/2006/relationships/image" Target="/ppt/media/image.svg" Id="Rf18b84b2c68d4232" /><Relationship Type="http://schemas.openxmlformats.org/officeDocument/2006/relationships/image" Target="/ppt/media/image.jpeg" Id="Rc4f6541100924e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e1972bb574b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6a14bd81ed49f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a963298cd84967" /><Relationship Type="http://schemas.openxmlformats.org/officeDocument/2006/relationships/image" Target="/ppt/media/image.emf" Id="R14deda8db371477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7850a47d841a4" /><Relationship Type="http://schemas.openxmlformats.org/officeDocument/2006/relationships/image" Target="/ppt/media/image.emf" Id="R96b28e8f9f644dc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844cd0aa14e1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f7520a4997427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3998a0143c484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d7d94a8333428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d141df0b67458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ca4695e54a4fe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cbea680d7450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168cf24fd4b4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d9ef08e8334fb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cbf469ee884a5a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3d6e9331f146dc" /><Relationship Type="http://schemas.openxmlformats.org/officeDocument/2006/relationships/image" Target="/ppt/media/image.emf" Id="R4ad1adb48c7440d3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7be067d924b2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c531fb9b5474c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a1c56bbe84463f" /><Relationship Type="http://schemas.openxmlformats.org/officeDocument/2006/relationships/image" Target="/ppt/media/image2.png" Id="R1e76dea732ed4342" /><Relationship Type="http://schemas.openxmlformats.org/officeDocument/2006/relationships/image" Target="/ppt/media/image.emf" Id="R687b42cc96b345cd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338cf6bba4941" /><Relationship Type="http://schemas.openxmlformats.org/officeDocument/2006/relationships/image" Target="/ppt/media/image2.png" Id="Rfa183ff13972424d" /><Relationship Type="http://schemas.openxmlformats.org/officeDocument/2006/relationships/image" Target="/ppt/media/image.emf" Id="R3aaefee8de3a4a6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dd108c7d384ea3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826c5d3daa4446" /><Relationship Type="http://schemas.openxmlformats.org/officeDocument/2006/relationships/image" Target="/ppt/media/image2.png" Id="R4f841fe28d204d1a" /><Relationship Type="http://schemas.openxmlformats.org/officeDocument/2006/relationships/image" Target="/ppt/media/image.emf" Id="Rd5605a8feb1f4ff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109e582d6c4a80" /><Relationship Type="http://schemas.openxmlformats.org/officeDocument/2006/relationships/image" Target="/ppt/media/image2.png" Id="R4ac14e21b835483a" /><Relationship Type="http://schemas.openxmlformats.org/officeDocument/2006/relationships/image" Target="/ppt/media/image.emf" Id="R35c5da62b5a74c0c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5eff6c724d47fd" /><Relationship Type="http://schemas.openxmlformats.org/officeDocument/2006/relationships/image" Target="/ppt/media/image.emf" Id="Rfeb094c4bac349c2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33b675c5242e4" /><Relationship Type="http://schemas.openxmlformats.org/officeDocument/2006/relationships/image" Target="/ppt/media/image2.png" Id="Rc855e03b24e94036" /><Relationship Type="http://schemas.openxmlformats.org/officeDocument/2006/relationships/image" Target="/ppt/media/image.emf" Id="R4152ba958a1847b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18e9cdbfba4154" /><Relationship Type="http://schemas.openxmlformats.org/officeDocument/2006/relationships/image" Target="/ppt/media/image2.png" Id="Rbde6a56277c34eb9" /><Relationship Type="http://schemas.openxmlformats.org/officeDocument/2006/relationships/image" Target="/ppt/media/image.emf" Id="R6aa78c41925c4f4b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c77b6a1e924744" /><Relationship Type="http://schemas.openxmlformats.org/officeDocument/2006/relationships/image" Target="/ppt/media/image.emf" Id="R21b33fa1e46f457e" /><Relationship Type="http://schemas.openxmlformats.org/officeDocument/2006/relationships/image" Target="/ppt/media/image.svg" Id="Ra7117fb59d394492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a7ede3a65425c" /><Relationship Type="http://schemas.openxmlformats.org/officeDocument/2006/relationships/image" Target="/ppt/media/image3.png" Id="Rc092ef4323f54dd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cf364503b34441" /><Relationship Type="http://schemas.openxmlformats.org/officeDocument/2006/relationships/image" Target="/ppt/media/image.emf" Id="Rbdfcb39ff29c4f47" /><Relationship Type="http://schemas.openxmlformats.org/officeDocument/2006/relationships/image" Target="/ppt/media/image.svg" Id="R0e5bf3f1684e459e" /><Relationship Type="http://schemas.openxmlformats.org/officeDocument/2006/relationships/image" Target="/ppt/media/image2.jpeg" Id="Rdeb9f609c49e4c0b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b89b8052ed40ed" /><Relationship Type="http://schemas.openxmlformats.org/officeDocument/2006/relationships/image" Target="/ppt/media/image.emf" Id="Rf893586fd1e04dab" /><Relationship Type="http://schemas.openxmlformats.org/officeDocument/2006/relationships/image" Target="/ppt/media/image.svg" Id="Rf6d8982e21694f84" /><Relationship Type="http://schemas.openxmlformats.org/officeDocument/2006/relationships/image" Target="/ppt/media/image3.jpeg" Id="R87648005b0fe426f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030f124054730" /><Relationship Type="http://schemas.openxmlformats.org/officeDocument/2006/relationships/image" Target="/ppt/media/image.emf" Id="R3666f58cb6bb496b" /><Relationship Type="http://schemas.openxmlformats.org/officeDocument/2006/relationships/image" Target="/ppt/media/image.svg" Id="Ra8ee66e72031428d" /><Relationship Type="http://schemas.openxmlformats.org/officeDocument/2006/relationships/image" Target="/ppt/media/image4.jpeg" Id="R57ab8846c3f84d48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506ad0306342ac" /><Relationship Type="http://schemas.openxmlformats.org/officeDocument/2006/relationships/image" Target="/ppt/media/image5.jpeg" Id="R9adc3ddaa2744fdf" /><Relationship Type="http://schemas.openxmlformats.org/officeDocument/2006/relationships/image" Target="/ppt/media/image.emf" Id="R464e9b2c5865426b" /><Relationship Type="http://schemas.openxmlformats.org/officeDocument/2006/relationships/image" Target="/ppt/media/image.svg" Id="Rd74cf994689a40d1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8fed245c8d4e98" /><Relationship Type="http://schemas.openxmlformats.org/officeDocument/2006/relationships/image" Target="/ppt/media/image.emf" Id="Rfa0ff34474164021" /><Relationship Type="http://schemas.openxmlformats.org/officeDocument/2006/relationships/image" Target="/ppt/media/image.svg" Id="Rc1b3dca86d50470d" /><Relationship Type="http://schemas.openxmlformats.org/officeDocument/2006/relationships/image" Target="/ppt/media/image6.jpeg" Id="R92ca6b71ce724c0a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fd0c2fa26a416d" /><Relationship Type="http://schemas.openxmlformats.org/officeDocument/2006/relationships/image" Target="/ppt/media/image.emf" Id="Rd93f5763ec9f4122" /><Relationship Type="http://schemas.openxmlformats.org/officeDocument/2006/relationships/image" Target="/ppt/media/image.svg" Id="R76dbc886fd934e95" /><Relationship Type="http://schemas.openxmlformats.org/officeDocument/2006/relationships/image" Target="/ppt/media/image7.jpeg" Id="R8dacf7b514dd420a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445fc822b74394" /><Relationship Type="http://schemas.openxmlformats.org/officeDocument/2006/relationships/image" Target="/ppt/media/image.emf" Id="R0d2b045d526a4f0a" /><Relationship Type="http://schemas.openxmlformats.org/officeDocument/2006/relationships/image" Target="/ppt/media/image.svg" Id="R8a8a9755c07a4145" /><Relationship Type="http://schemas.openxmlformats.org/officeDocument/2006/relationships/image" Target="/ppt/media/image8.jpeg" Id="Rd6bb6c957a084577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897201f4394f51" /><Relationship Type="http://schemas.openxmlformats.org/officeDocument/2006/relationships/image" Target="/ppt/media/image.emf" Id="R499b19be73854b89" /><Relationship Type="http://schemas.openxmlformats.org/officeDocument/2006/relationships/image" Target="/ppt/media/image.svg" Id="R84aba53b1bc74b20" /><Relationship Type="http://schemas.openxmlformats.org/officeDocument/2006/relationships/image" Target="/ppt/media/image9.jpeg" Id="Rafe5cb9417b741de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47dade46134ac0" /><Relationship Type="http://schemas.openxmlformats.org/officeDocument/2006/relationships/image" Target="/ppt/media/image.emf" Id="Rfa19673b4bb24928" /><Relationship Type="http://schemas.openxmlformats.org/officeDocument/2006/relationships/image" Target="/ppt/media/image.svg" Id="Rd6058a2a95b14dca" /><Relationship Type="http://schemas.openxmlformats.org/officeDocument/2006/relationships/image" Target="/ppt/media/image10.jpeg" Id="R6df8d84d2350452c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8b4e2283140a9" /><Relationship Type="http://schemas.openxmlformats.org/officeDocument/2006/relationships/image" Target="/ppt/media/image.emf" Id="Rc9e3b1abec88493e" /><Relationship Type="http://schemas.openxmlformats.org/officeDocument/2006/relationships/image" Target="/ppt/media/image.svg" Id="R33f69dcbc845446d" /><Relationship Type="http://schemas.openxmlformats.org/officeDocument/2006/relationships/image" Target="/ppt/media/image11.jpeg" Id="R652b7d08fc1e446e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c78ac9aea4dc9" /><Relationship Type="http://schemas.openxmlformats.org/officeDocument/2006/relationships/image" Target="/ppt/media/image2.png" Id="Ree3060c2e2f74a5c" /><Relationship Type="http://schemas.openxmlformats.org/officeDocument/2006/relationships/image" Target="/ppt/media/image.emf" Id="R86dccdf8f8c74b85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10e3335d9f48de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e01b696ffb4465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e3d1fcfeb94a60" /><Relationship Type="http://schemas.openxmlformats.org/officeDocument/2006/relationships/image" Target="/ppt/media/image2.svg" Id="Rf3242dab4f194164" /><Relationship Type="http://schemas.openxmlformats.org/officeDocument/2006/relationships/image" Target="/ppt/media/image2.jpeg" Id="R2a7173bccf7642e9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cce5efe88b14387" /><Relationship Type="http://schemas.openxmlformats.org/officeDocument/2006/relationships/image" Target="/ppt/media/image2.jpeg" Id="Re67c28b6d3794b94" /><Relationship Type="http://schemas.openxmlformats.org/officeDocument/2006/relationships/image" Target="/ppt/media/image2.svg" Id="Rfbb3675b6258488b" /></Relationships>
</file>

<file path=ppt/slideLayouts/slideLayout1.xml><?xml version="1.0" encoding="utf-8"?>
<p:sldLayout xmlns:p="http://schemas.openxmlformats.org/presentationml/2006/main" showMasterSp="0" preserve="1">
  <p:cSld name="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Cloud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bfb29d039b480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60484" y="20917"/>
            <a:ext cx="4331516" cy="2542941"/>
          </a:xfrm>
          <a:prstGeom xmlns:a="http://schemas.openxmlformats.org/drawingml/2006/main" prst="rect">
            <a:avLst/>
          </a:prstGeom>
        </p:spPr>
      </p:pic>
      <p:pic>
        <p:nvPicPr>
          <p:cNvPr id="3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864b861014a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1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864b861014a03">
            <a:extLst>
              <a:ext uri="{96DAC541-7B7A-43D3-8B79-37D633B846F1}">
                <asvg:svgBlip xmlns:asvg="http://schemas.microsoft.com/office/drawing/2016/SVG/main" r:embed="Rf18b84b2c68d423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Title goes here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AE562C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5595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3188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sp>
        <p:nvSpPr>
          <p:cNvPr id="9" name="object 9">
            <a:extLst xmlns:a="http://schemas.openxmlformats.org/drawingml/2006/main">
              <a:ext uri="{FF2B5EF4-FFF2-40B4-BE49-F238E27FC236}">
                <a16:creationId xmlns:a16="http://schemas.microsoft.com/office/drawing/2014/main" id="{26349A69-90E3-45DB-BC86-3B7FB26B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482" cy="6857365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c4f6541100924ea3"/>
            <a:stretch>
              <a:fillRect l="0" t="0" r="0" b="0"/>
            </a:stretch>
          </a:blipFill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preserve="1">
  <p:cSld name="Light - Title 1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131DBF8-F618-4198-88BA-FD1569B2979A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332461-0228-4CE6-818B-14050AF0840D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58AA26E-E9A4-4CE1-9157-28062D2322E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FB3DA01-00EF-4B14-8325-24C1135260F9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6" name="Content">
            <a:extLst xmlns:a="http://schemas.openxmlformats.org/drawingml/2006/main">
              <a:ext uri="{FF2B5EF4-FFF2-40B4-BE49-F238E27FC236}">
                <a16:creationId xmlns:a16="http://schemas.microsoft.com/office/drawing/2014/main" id="{B9AD53CC-DC4B-493A-A31F-251C36811399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766763" y="1600201"/>
            <a:ext cx="10671175" cy="45069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Title 1">
            <a:extLst xmlns:a="http://schemas.openxmlformats.org/drawingml/2006/main">
              <a:ext uri="{FF2B5EF4-FFF2-40B4-BE49-F238E27FC236}">
                <a16:creationId xmlns:a16="http://schemas.microsoft.com/office/drawing/2014/main" id="{C3FB6D10-A56F-46BF-8672-E18296A83AD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Light - Title/Subtitle 1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709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0201"/>
            <a:ext cx="10671175" cy="450691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E4D9CD-CDC4-4642-8CDA-7351404FC2D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8C5C278-52DE-4C8A-933B-1109B3282E51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7CF7386-AF3C-4BD8-832B-AC56F7B7E4F1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2CE12F3-375D-4B05-A71D-DA14DF8ADB8E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7A59FA82-C146-45DF-AE7B-4B5698706BE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>
  <p:cSld name="Light - Title 2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485FA81E-C1F1-497D-8C30-5E85B6CBF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577" y="160857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23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deda8db37147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225CC8-2DCD-421C-8DA9-5A1321322184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1b_Light - Title 2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6EE84FE9-09EA-433E-A982-BD9B98AA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9577" y="1608575"/>
            <a:ext cx="0" cy="137924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575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pic>
        <p:nvPicPr>
          <p:cNvPr id="2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b28e8f9f644d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D69740FE-E1B8-466B-970A-4E081BCA314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3959A2DB-C5C1-4EE1-AACB-216D980708B8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D225CC8-2DCD-421C-8DA9-5A1321322184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6DC0504-19F8-4069-8B02-83766B3CAF7F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64D6D2F-6BC7-48B4-B7A5-AD19749245D6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>
  <p:cSld name="Light - Title/Subtitle 2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8297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732159E2-2380-4BE2-94F6-779EA6E1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8521" y="1608298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366215" y="1608297"/>
            <a:ext cx="508406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B65FA2D-6C94-456B-8DE9-80C7A3BE2C1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CD06EC0-4AE6-4D7C-87DE-D393DC47ED94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41E71E9-A8ED-4FF5-B66D-14641AA84A5F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E594DB29-C2B8-4F61-8419-EEE3D1E837A1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4C4C4FB3-367C-49DA-9BEF-99BD8CD346F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>
  <p:cSld name="Light - Title 3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DF182D80-E42D-40F0-9BA9-13339988D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3415" y="160972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tent 2">
            <a:extLst xmlns:a="http://schemas.openxmlformats.org/drawingml/2006/main"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456971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9A2710A3-AE89-44DE-8D05-92FF87B3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511" y="1609725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3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8145067" y="1609725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3D2FFF47-983C-4CE2-9048-1317EB4F32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D56EEFB-7FCA-4C8C-BD9A-59CFF6BBA9AB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EB99C5-A240-43E3-B2F9-F67C2DE25171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A095ECF-3404-41BC-B49D-2616D73127C4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4F9C599-3545-4260-BC77-88BD7619A101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>
  <p:cSld name="Light - Title/Subtitle 3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4E1B1375-324C-4F98-BDE2-0DCB41B1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915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45608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3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BEF84AD1-0A2B-4CC4-9307-56C98180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1236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tent 3">
            <a:extLst xmlns:a="http://schemas.openxmlformats.org/drawingml/2006/main"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8145405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6C5096-6188-4396-9E8E-C7DC5E109130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Light - Title/Subtitle 3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4"/>
            <a:ext cx="3300984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2CB5CA43-3C9F-4936-B1A6-427861AA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1915" y="1609724"/>
            <a:ext cx="0" cy="4507992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4456083" y="1609724"/>
            <a:ext cx="6981728" cy="45079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226210A-4112-4730-8F81-3CAE5C391FD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CAD3E0A-0143-42FC-B8B6-EBC1FF990000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6C5096-6188-4396-9E8E-C7DC5E109130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D46B54D-91F2-4210-9BEA-3B59824207D9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0900B02-4438-4597-85D3-D93A97B1546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Light - Title 4 Column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8875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3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EDF66095-E762-4E04-9C69-26B92808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4450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Content 2">
            <a:extLst xmlns:a="http://schemas.openxmlformats.org/drawingml/2006/main">
              <a:ext uri="{FF2B5EF4-FFF2-40B4-BE49-F238E27FC236}">
                <a16:creationId xmlns:a16="http://schemas.microsoft.com/office/drawing/2014/main" id="{B35B41AC-36CF-4A0C-BED4-7D06B0F6E2ED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3502001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A6A8AE4A-4710-42A4-ABF5-158A2E83C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7576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3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6235127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9" name="Column Divider 3">
            <a:extLst xmlns:a="http://schemas.openxmlformats.org/drawingml/2006/main">
              <a:ext uri="{FF2B5EF4-FFF2-40B4-BE49-F238E27FC236}">
                <a16:creationId xmlns:a16="http://schemas.microsoft.com/office/drawing/2014/main" id="{D8776905-FBC1-4FBC-9C84-86D99D81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702" y="1590159"/>
            <a:ext cx="0" cy="4525997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4706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Content 4">
            <a:extLst xmlns:a="http://schemas.openxmlformats.org/drawingml/2006/main">
              <a:ext uri="{FF2B5EF4-FFF2-40B4-BE49-F238E27FC236}">
                <a16:creationId xmlns:a16="http://schemas.microsoft.com/office/drawing/2014/main" id="{4FB98D34-E09D-43FC-9515-8F7C37635BFF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968254" y="1609724"/>
            <a:ext cx="2478024" cy="45255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Title 2">
            <a:extLst xmlns:a="http://schemas.openxmlformats.org/drawingml/2006/main">
              <a:ext uri="{FF2B5EF4-FFF2-40B4-BE49-F238E27FC236}">
                <a16:creationId xmlns:a16="http://schemas.microsoft.com/office/drawing/2014/main" id="{E665C0AC-7132-4356-88D4-79E4A49B2CE4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A131A1D-D1FF-4A37-8531-B67D54ED466D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381BC09-957D-45CD-9E0C-0CFA8700F9F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8EC9026-CA1C-465B-ADD5-AE1F9B7A0775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3064CFB-254B-4876-8556-026D173672E6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Light - Title/Subtitle 4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6A3BF75-E03A-3149-A8B6-C22593F32B62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6" name="Content">
            <a:extLst xmlns:a="http://schemas.openxmlformats.org/drawingml/2006/main">
              <a:ext uri="{FF2B5EF4-FFF2-40B4-BE49-F238E27FC236}">
                <a16:creationId xmlns:a16="http://schemas.microsoft.com/office/drawing/2014/main" id="{238CEDEE-F37B-4496-9270-0479A31C9762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766763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Column Divider">
            <a:extLst xmlns:a="http://schemas.openxmlformats.org/drawingml/2006/main">
              <a:ext uri="{FF2B5EF4-FFF2-40B4-BE49-F238E27FC236}">
                <a16:creationId xmlns:a16="http://schemas.microsoft.com/office/drawing/2014/main" id="{CEB2A0B3-A0DB-46BB-BBA2-9CBC9427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3924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Content 2">
            <a:extLst xmlns:a="http://schemas.openxmlformats.org/drawingml/2006/main">
              <a:ext uri="{FF2B5EF4-FFF2-40B4-BE49-F238E27FC236}">
                <a16:creationId xmlns:a16="http://schemas.microsoft.com/office/drawing/2014/main" id="{22A9895A-06CA-46D6-B3EB-7038E6493585}"/>
              </a:ext>
            </a:extLst>
          </p:cNvPr>
          <p:cNvSpPr>
            <a:spLocks xmlns:a="http://schemas.openxmlformats.org/drawingml/2006/main" noGrp="1"/>
          </p:cNvSpPr>
          <p:nvPr>
            <p:ph idx="15"/>
          </p:nvPr>
        </p:nvSpPr>
        <p:spPr>
          <a:xfrm xmlns:a="http://schemas.openxmlformats.org/drawingml/2006/main">
            <a:off x="3503061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3" name="Column Divider 2">
            <a:extLst xmlns:a="http://schemas.openxmlformats.org/drawingml/2006/main">
              <a:ext uri="{FF2B5EF4-FFF2-40B4-BE49-F238E27FC236}">
                <a16:creationId xmlns:a16="http://schemas.microsoft.com/office/drawing/2014/main" id="{9395EE7C-1038-4A93-91B0-CD556102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0222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Content 3">
            <a:extLst xmlns:a="http://schemas.openxmlformats.org/drawingml/2006/main">
              <a:ext uri="{FF2B5EF4-FFF2-40B4-BE49-F238E27FC236}">
                <a16:creationId xmlns:a16="http://schemas.microsoft.com/office/drawing/2014/main" id="{58EF7396-F6CE-404A-B85F-455D3F5341AE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6239359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5" name="Column Divider 3">
            <a:extLst xmlns:a="http://schemas.openxmlformats.org/drawingml/2006/main">
              <a:ext uri="{FF2B5EF4-FFF2-40B4-BE49-F238E27FC236}">
                <a16:creationId xmlns:a16="http://schemas.microsoft.com/office/drawing/2014/main" id="{199DE6F2-4AC6-4650-8A23-46DDDF1D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6520" y="1609667"/>
            <a:ext cx="0" cy="45080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8B8580">
                <a:alpha val="25000"/>
              </a:srgbClr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Content 4">
            <a:extLst xmlns:a="http://schemas.openxmlformats.org/drawingml/2006/main">
              <a:ext uri="{FF2B5EF4-FFF2-40B4-BE49-F238E27FC236}">
                <a16:creationId xmlns:a16="http://schemas.microsoft.com/office/drawing/2014/main" id="{687CB06A-9B62-47DB-BA7A-177E12DFB17E}"/>
              </a:ext>
            </a:extLst>
          </p:cNvPr>
          <p:cNvSpPr>
            <a:spLocks xmlns:a="http://schemas.openxmlformats.org/drawingml/2006/main" noGrp="1"/>
          </p:cNvSpPr>
          <p:nvPr>
            <p:ph idx="17"/>
          </p:nvPr>
        </p:nvSpPr>
        <p:spPr>
          <a:xfrm xmlns:a="http://schemas.openxmlformats.org/drawingml/2006/main">
            <a:off x="8975659" y="1609725"/>
            <a:ext cx="2478024" cy="4506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72191157-EC2D-4417-9959-2EA7D1DAFF5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C2388CBD-B05C-4885-A081-172C87DCAD8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1BEC230-374E-4E2A-8BB1-C01222A51658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CE56F53-8C5C-4F85-9969-353868B64B25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589360B9-A253-468B-B3D3-70CC43B07468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Light - Title Quad Infographic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768875" y="1609209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5" name="Text Field 1">
            <a:extLst xmlns:a="http://schemas.openxmlformats.org/drawingml/2006/main"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635245" y="1609209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6350303" y="1609209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8224823" y="1609209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768875" y="4240646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2635245" y="4240646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350303" y="4240646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2" name="Text Field 4">
            <a:extLst xmlns:a="http://schemas.openxmlformats.org/drawingml/2006/main"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224823" y="4240646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itle 4">
            <a:extLst xmlns:a="http://schemas.openxmlformats.org/drawingml/2006/main">
              <a:ext uri="{FF2B5EF4-FFF2-40B4-BE49-F238E27FC236}">
                <a16:creationId xmlns:a16="http://schemas.microsoft.com/office/drawing/2014/main" id="{E3EED3DC-3691-46BD-9B48-E2C270C741F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28BE0263-5FD6-4DE6-B9D0-79EF81804AF3}"/>
              </a:ext>
            </a:extLst>
          </p:cNvPr>
          <p:cNvSpPr>
            <a:spLocks xmlns:a="http://schemas.openxmlformats.org/drawingml/2006/main" noGrp="1"/>
          </p:cNvSpPr>
          <p:nvPr>
            <p:ph type="dt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4A390E-87D2-4CBA-AB20-722C39F2889C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FC6C050F-728D-4BEF-B207-F42452F3527D}"/>
              </a:ext>
            </a:extLst>
          </p:cNvPr>
          <p:cNvSpPr>
            <a:spLocks xmlns:a="http://schemas.openxmlformats.org/drawingml/2006/main" noGrp="1"/>
          </p:cNvSpPr>
          <p:nvPr>
            <p:ph type="ftr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D446726-6BED-4C16-B2F2-97FDB0765DB8}"/>
              </a:ext>
            </a:extLst>
          </p:cNvPr>
          <p:cNvSpPr>
            <a:spLocks xmlns:a="http://schemas.openxmlformats.org/drawingml/2006/main" noGrp="1"/>
          </p:cNvSpPr>
          <p:nvPr>
            <p:ph type="sldNum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Light - Numbered Outlin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62000" y="1609724"/>
            <a:ext cx="10687050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xmlns:a="http://schemas.openxmlformats.org/drawingml/2006/main" noGrp="1"/>
          </p:cNvSpPr>
          <p:nvPr>
            <p:ph type="dt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AE8C36C-F008-469A-BF62-824F3D1C5E70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xmlns:a="http://schemas.openxmlformats.org/drawingml/2006/main" noGrp="1"/>
          </p:cNvSpPr>
          <p:nvPr>
            <p:ph type="ftr" idx="4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xmlns:a="http://schemas.openxmlformats.org/drawingml/2006/main" noGrp="1"/>
          </p:cNvSpPr>
          <p:nvPr>
            <p:ph type="sldNum" idx="4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Light - Numbered Outline 2 Column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CACCDE9-9415-4B6A-88C5-02BDAA76AAC8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62000" y="1609724"/>
            <a:ext cx="5084064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9C807732-3520-4DBF-9B75-86BA2E562DF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2BF46362-5F33-4F04-9B32-535D333E29C7}"/>
              </a:ext>
            </a:extLst>
          </p:cNvPr>
          <p:cNvSpPr>
            <a:spLocks xmlns:a="http://schemas.openxmlformats.org/drawingml/2006/main" noGrp="1"/>
          </p:cNvSpPr>
          <p:nvPr>
            <p:ph type="dt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FE6BCD-072B-4C98-999C-2F1BF08A8651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4561260-593D-4AD6-A0E4-834F8BAAC63D}"/>
              </a:ext>
            </a:extLst>
          </p:cNvPr>
          <p:cNvSpPr>
            <a:spLocks xmlns:a="http://schemas.openxmlformats.org/drawingml/2006/main" noGrp="1"/>
          </p:cNvSpPr>
          <p:nvPr>
            <p:ph type="ftr" idx="4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9B71F68-88E7-48F0-B084-32D91B0A0BEB}"/>
              </a:ext>
            </a:extLst>
          </p:cNvPr>
          <p:cNvSpPr>
            <a:spLocks xmlns:a="http://schemas.openxmlformats.org/drawingml/2006/main" noGrp="1"/>
          </p:cNvSpPr>
          <p:nvPr>
            <p:ph type="sldNum" idx="4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9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93AB42C3-C7C2-47CD-8E87-C5D5963E7A0E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6364986" y="1609724"/>
            <a:ext cx="5084064" cy="45053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365125" indent="-365125">
              <a:buClr>
                <a:schemeClr val="accent5"/>
              </a:buClr>
              <a:buFont typeface="+mj-lt"/>
              <a:buAutoNum type="arabicPeriod"/>
              <a:defRPr/>
            </a:lvl1pPr>
            <a:lvl2pPr marL="548640">
              <a:buNone/>
              <a:defRPr/>
            </a:lvl2pPr>
            <a:lvl3pPr marL="731520">
              <a:buNone/>
              <a:defRPr/>
            </a:lvl3pPr>
            <a:lvl4pPr marL="914400">
              <a:buNone/>
              <a:defRPr/>
            </a:lvl4pPr>
            <a:lvl5pPr marL="109728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>
  <p:cSld name="Light - Title/Subtitle Quad Infographic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ubtitle">
            <a:extLst xmlns:a="http://schemas.openxmlformats.org/drawingml/2006/main">
              <a:ext uri="{FF2B5EF4-FFF2-40B4-BE49-F238E27FC236}">
                <a16:creationId xmlns:a16="http://schemas.microsoft.com/office/drawing/2014/main" id="{F8627394-C302-DF4A-A2CC-76DC053BE227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766763" y="1014984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3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DC7ED535-9B24-2444-9E27-765F743C79F0}"/>
              </a:ext>
            </a:extLst>
          </p:cNvPr>
          <p:cNvSpPr>
            <a:spLocks xmlns:a="http://schemas.openxmlformats.org/drawingml/2006/main" noGrp="1"/>
          </p:cNvSpPr>
          <p:nvPr>
            <p:ph type="pic" idx="23"/>
          </p:nvPr>
        </p:nvSpPr>
        <p:spPr>
          <a:xfrm xmlns:a="http://schemas.openxmlformats.org/drawingml/2006/main">
            <a:off x="766763" y="1609725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5" name="Text Field 1">
            <a:extLst xmlns:a="http://schemas.openxmlformats.org/drawingml/2006/main">
              <a:ext uri="{FF2B5EF4-FFF2-40B4-BE49-F238E27FC236}">
                <a16:creationId xmlns:a16="http://schemas.microsoft.com/office/drawing/2014/main" id="{C023883C-5CAF-9849-B009-1426F358536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635245" y="1609725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2BC426-FCDB-1347-93C5-E0102AEBC39C}"/>
              </a:ext>
            </a:extLst>
          </p:cNvPr>
          <p:cNvSpPr>
            <a:spLocks xmlns:a="http://schemas.openxmlformats.org/drawingml/2006/main" noGrp="1"/>
          </p:cNvSpPr>
          <p:nvPr>
            <p:ph type="pic" idx="25"/>
          </p:nvPr>
        </p:nvSpPr>
        <p:spPr>
          <a:xfrm xmlns:a="http://schemas.openxmlformats.org/drawingml/2006/main">
            <a:off x="6350303" y="1609725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0EDDA99D-1B70-A347-9716-4968C6A671A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8224823" y="1609725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4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B5E51CE6-D9C1-DD40-936F-2F700452F826}"/>
              </a:ext>
            </a:extLst>
          </p:cNvPr>
          <p:cNvSpPr>
            <a:spLocks xmlns:a="http://schemas.openxmlformats.org/drawingml/2006/main" noGrp="1"/>
          </p:cNvSpPr>
          <p:nvPr>
            <p:ph type="pic" idx="24"/>
          </p:nvPr>
        </p:nvSpPr>
        <p:spPr>
          <a:xfrm xmlns:a="http://schemas.openxmlformats.org/drawingml/2006/main">
            <a:off x="766763" y="4241162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31D2CD6-C0D8-8147-83B7-2E2A8E87228F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2635245" y="4241162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E401E47D-2565-384E-8A5E-2C02D2EAAAAB}"/>
              </a:ext>
            </a:extLst>
          </p:cNvPr>
          <p:cNvSpPr>
            <a:spLocks xmlns:a="http://schemas.openxmlformats.org/drawingml/2006/main" noGrp="1"/>
          </p:cNvSpPr>
          <p:nvPr>
            <p:ph type="pic" idx="26"/>
          </p:nvPr>
        </p:nvSpPr>
        <p:spPr>
          <a:xfrm xmlns:a="http://schemas.openxmlformats.org/drawingml/2006/main">
            <a:off x="6350303" y="4241162"/>
            <a:ext cx="1618488" cy="161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icon to add picture</a:t>
            </a:r>
          </a:p>
        </p:txBody>
      </p:sp>
      <p:sp>
        <p:nvSpPr>
          <p:cNvPr id="32" name="Text Field 4">
            <a:extLst xmlns:a="http://schemas.openxmlformats.org/drawingml/2006/main">
              <a:ext uri="{FF2B5EF4-FFF2-40B4-BE49-F238E27FC236}">
                <a16:creationId xmlns:a16="http://schemas.microsoft.com/office/drawing/2014/main" id="{41923FF5-9A13-1F4B-89D9-62FE2B438352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224823" y="4241162"/>
            <a:ext cx="3203704" cy="187324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EA56FC21-9E73-4F6F-9512-715B2F6AE70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80A4CAAD-4985-4FFF-BE24-1873DC385CA6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567B211-6658-437D-83F1-FBB0057E47DE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DD6AD3B-D115-41B9-A024-91B560E170A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F57306-2538-4D77-8134-400C30C727E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6.xml><?xml version="1.0" encoding="utf-8"?>
<p:sldLayout xmlns:p="http://schemas.openxmlformats.org/presentationml/2006/main" showMasterSp="0" preserve="1">
  <p:cSld name="Light - 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1adb48c7440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1adb48c7440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6E29D2F-E9BE-442D-8048-30D82B0FA2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FD97975-0B61-466D-9FCF-B31DF2BCED0C}" type="datetime1">
              <a:t>4/26/2024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249E66D-873C-4E3D-B665-952DA3AD6C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52D4C26-D77F-4F76-BA95-32055FEC61F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>
  <p:cSld name="Light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F5090641-BB3E-479D-A754-1B2B6F37AEB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1153D77D-CD9E-445C-8F26-904F65B519A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98B69A-3FDC-4CAF-AA64-2A38456C3B7B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DAEFA0-C12C-4365-A532-D29F819542E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E6038FD-33E0-4C25-AC00-13FEB177A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>
  <p:cSld name="Light - Title/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ubtitle">
            <a:extLst xmlns:a="http://schemas.openxmlformats.org/drawingml/2006/main">
              <a:ext uri="{FF2B5EF4-FFF2-40B4-BE49-F238E27FC236}">
                <a16:creationId xmlns:a16="http://schemas.microsoft.com/office/drawing/2014/main" id="{FC0004EB-159B-A345-859C-0E83416ED93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62000" y="1024235"/>
            <a:ext cx="10671048" cy="3305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>
            <a:noAutofit/>
          </a:bodyPr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lvl="0">
              <a:buNone/>
            </a:pPr>
            <a:r>
              <a:t>Subtitle</a:t>
            </a:r>
          </a:p>
        </p:txBody>
      </p:sp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AC6A8D35-C90D-428D-8E15-6F958679D9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56526A55-50C7-43D1-9A4E-DE6E31578685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77B88C8-B304-42E2-BB3F-7BB2000C45BA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7ED885-1287-4046-BFFE-E5DEC702C7AE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9C1380-E61D-4D70-B7A9-EA2CA56D1441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19.xml><?xml version="1.0" encoding="utf-8"?>
<p:sldLayout xmlns:p="http://schemas.openxmlformats.org/presentationml/2006/main" showMasterSp="0" preserve="1" userDrawn="1">
  <p:cSld name="Light - Metric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e76dea732ed4342"/>
          <a:srcRect xmlns:a="http://schemas.openxmlformats.org/drawingml/2006/main" l="49576" t="0" r="0" b="0"/>
          <a:stretch xmlns:a="http://schemas.openxmlformats.org/drawingml/2006/main"/>
        </p:blipFill>
        <p:spPr>
          <a:xfrm xmlns:a="http://schemas.openxmlformats.org/drawingml/2006/main">
            <a:off x="6044249" y="0"/>
            <a:ext cx="6147750" cy="6858000"/>
          </a:xfrm>
          <a:prstGeom xmlns:a="http://schemas.openxmlformats.org/drawingml/2006/main" prst="rect">
            <a:avLst/>
          </a:prstGeom>
        </p:spPr>
      </p:pic>
      <p:pic>
        <p:nvPicPr>
          <p:cNvPr id="1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7b42cc96b345c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71217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A83AB0E-EC5F-476F-B6A9-E6F9CE84E95A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723900" y="1600200"/>
            <a:ext cx="5072063" cy="2319489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600" b="0">
                <a:solidFill>
                  <a:srgbClr val="AE562C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00%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4EF74DF-FD68-4CDF-B4CE-342E7A165BCB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4EB18A2-7EBE-4232-99F5-52F53521DCFC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89C4B030-1E0B-4CB0-87B4-DF607257368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CBADD7B5-9676-40DE-A88A-5EC3D33A6577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0.xml><?xml version="1.0" encoding="utf-8"?>
<p:sldLayout xmlns:p="http://schemas.openxmlformats.org/presentationml/2006/main" showMasterSp="0" preserve="1">
  <p:cSld name="Light - Data Texture 07 Blank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83ff1397242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1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aefee8de3a4a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AADFA4C3-C577-4944-B23B-0E8CEECA00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5141F94-A6C5-4BF7-A508-2C3B85711BB9}" type="datetime1">
              <a:t>4/26/2024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E548FBC-C180-4348-924F-1AD0DE33EC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2993164-8F12-4A57-BCB2-ECAB88B102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>
  <p:cSld name="Light - Safe Harbo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">
            <a:extLst xmlns:a="http://schemas.openxmlformats.org/drawingml/2006/main">
              <a:ext uri="{FF2B5EF4-FFF2-40B4-BE49-F238E27FC236}">
                <a16:creationId xmlns:a16="http://schemas.microsoft.com/office/drawing/2014/main" id="{F7C5FACA-CB69-F341-96EC-260102929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" y="184150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 indent="0">
              <a:lnSpc>
                <a:spcPct val="95000"/>
              </a:lnSpc>
              <a:spcBef>
                <a:spcPts val="1000"/>
              </a:spcBef>
              <a:buFont typeface="Arial"/>
              <a:buNone/>
              <a:defRPr sz="2400" b="1" i="0" baseline="0">
                <a:solidFill>
                  <a:schemeClr val="bg1"/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pPr lvl="0">
              <a:buNone/>
            </a:pPr>
            <a:r>
              <a:rPr>
                <a:solidFill>
                  <a:schemeClr val="tx1"/>
                </a:solidFill>
                <a:latin typeface="+mn-lt"/>
                <a:ea typeface="+mn-lt"/>
                <a:cs typeface="+mn-lt"/>
              </a:rPr>
              <a:t>Safe harbor statement</a:t>
            </a:r>
          </a:p>
        </p:txBody>
      </p:sp>
      <p:sp>
        <p:nvSpPr>
          <p:cNvPr id="14" name="Text Field">
            <a:extLst xmlns:a="http://schemas.openxmlformats.org/drawingml/2006/main">
              <a:ext uri="{FF2B5EF4-FFF2-40B4-BE49-F238E27FC236}">
                <a16:creationId xmlns:a16="http://schemas.microsoft.com/office/drawing/2014/main" id="{EA78FDD8-084D-2D41-A37D-7DE0C431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" y="1608421"/>
            <a:ext cx="7987939" cy="24929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As of August 2020, for most presentations, a safe harbor statement is no longer required, and you will not need to use this slide.  </a:t>
            </a:r>
            <a:br/>
          </a:p>
          <a:p xmlns:a="http://schemas.openxmlformats.org/drawingml/2006/main">
            <a:r>
              <a:rPr sz="1800" b="0" i="0" u="none">
                <a:solidFill>
                  <a:schemeClr val="tx1"/>
                </a:solidFill>
                <a:latin typeface="+mn-lt"/>
                <a:ea typeface="+mn-lt"/>
                <a:cs typeface="+mn-lt"/>
              </a:rPr>
              <a:t>The forward looking statement safe harbor slide is required ONLY for external presentations that pertain to: product launches, executive presentations and keynotes at major events, and any event attended by financial analysts.</a:t>
            </a:r>
          </a:p>
          <a:p xmlns:a="http://schemas.openxmlformats.org/drawingml/2006/main"/>
          <a:p xmlns:a="http://schemas.openxmlformats.org/drawingml/2006/main">
            <a:r>
              <a:t>The notice is available at the </a:t>
            </a:r>
            <a:r>
              <a:rPr u="sng">
                <a:solidFill>
                  <a:srgbClr val="00688C"/>
                </a:solidFill>
              </a:rPr>
              <a:t>Safe Harbor Confluence Page</a:t>
            </a:r>
          </a:p>
          <a:p xmlns:a="http://schemas.openxmlformats.org/drawingml/2006/main">
            <a:r>
              <a:t>Contact for Forward Looking Statement: </a:t>
            </a:r>
            <a:r>
              <a:rPr u="sng">
                <a:solidFill>
                  <a:srgbClr val="00688C"/>
                </a:solidFill>
              </a:rPr>
              <a:t>quietperiod_ww_grp@oracle.com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D96628B-0EF0-416B-9E8E-3931DFCB91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9A25676-9912-48C6-9E3A-F4D21A096116}" type="datetime1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72B72738-3834-418C-9636-B18B1A1825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5C840CC-B289-4EEE-9D6C-A6440E6863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>
  <p:cSld name="Light - Remote Speaker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841fe28d204d1a"/>
          <a:srcRect xmlns:a="http://schemas.openxmlformats.org/drawingml/2006/main" l="40000" t="0" r="0" b="0"/>
          <a:stretch xmlns:a="http://schemas.openxmlformats.org/drawingml/2006/main"/>
        </p:blipFill>
        <p:spPr>
          <a:xfrm xmlns:a="http://schemas.openxmlformats.org/drawingml/2006/main">
            <a:off x="4876800" y="0"/>
            <a:ext cx="7315200" cy="6858000"/>
          </a:xfrm>
          <a:prstGeom xmlns:a="http://schemas.openxmlformats.org/drawingml/2006/main" prst="rect">
            <a:avLst/>
          </a:prstGeom>
        </p:spPr>
      </p:pic>
      <p:sp>
        <p:nvSpPr>
          <p:cNvPr id="20" name="Title">
            <a:extLst xmlns:a="http://schemas.openxmlformats.org/drawingml/2006/main">
              <a:ext uri="{FF2B5EF4-FFF2-40B4-BE49-F238E27FC236}">
                <a16:creationId xmlns:a16="http://schemas.microsoft.com/office/drawing/2014/main" id="{D94542D5-A1D6-E542-963D-B72B60EDE01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85816" y="2351724"/>
            <a:ext cx="6297167" cy="822960"/>
          </a:xfr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2400" b="1" i="0" baseline="0">
                <a:latin typeface="Oracle Sans Tab"/>
                <a:ea typeface="Oracle Sans Tab"/>
                <a:cs typeface="Oracle Sans Tab"/>
              </a:defRPr>
            </a:lvl1pPr>
          </a:lstStyle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Add title here. Also remove/replace placeholder image as needed.</a:t>
            </a:r>
          </a:p>
        </p:txBody>
      </p:sp>
      <p:sp>
        <p:nvSpPr>
          <p:cNvPr id="2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17ED098-6976-5549-9CFB-EE89734AF8D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385816" y="3662156"/>
            <a:ext cx="6297168" cy="11324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pPr lvl="0">
              <a:buNone/>
            </a:pPr>
            <a:r>
              <a:t>Title</a:t>
            </a:r>
          </a:p>
          <a:p xmlns:a="http://schemas.openxmlformats.org/drawingml/2006/main">
            <a:pPr lvl="0">
              <a:buNone/>
            </a:pPr>
            <a:r>
              <a:t>Company</a:t>
            </a:r>
          </a:p>
          <a:p xmlns:a="http://schemas.openxmlformats.org/drawingml/2006/main">
            <a:pPr lvl="0">
              <a:buNone/>
            </a:pPr>
            <a:r>
              <a:t>Date</a:t>
            </a:r>
          </a:p>
        </p:txBody>
      </p:sp>
      <p:pic>
        <p:nvPicPr>
          <p:cNvPr id="2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05a8feb1f4f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2F5E131-FF87-4B2F-9DB6-B4DB095B758D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0" y="0"/>
            <a:ext cx="4876800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BC86FB79-6AF9-4538-98F2-33825A26DECE}"/>
              </a:ext>
            </a:extLst>
          </p:cNvPr>
          <p:cNvSpPr>
            <a:spLocks xmlns:a="http://schemas.openxmlformats.org/drawingml/2006/main" noGrp="1"/>
          </p:cNvSpPr>
          <p:nvPr>
            <p:ph type="dt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EC86372-ED1D-451E-A0DA-92F70A0393B1}" type="datetime1">
              <a:t>4/26/2024</a:t>
            </a:fld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4D6A4509-AC78-4360-9126-01A3BC6609AC}"/>
              </a:ext>
            </a:extLst>
          </p:cNvPr>
          <p:cNvSpPr>
            <a:spLocks xmlns:a="http://schemas.openxmlformats.org/drawingml/2006/main" noGrp="1"/>
          </p:cNvSpPr>
          <p:nvPr>
            <p:ph type="ftr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6C2FCDC2-FBB6-46F4-9BD5-AE85C1DC3F2C}"/>
              </a:ext>
            </a:extLst>
          </p:cNvPr>
          <p:cNvSpPr>
            <a:spLocks xmlns:a="http://schemas.openxmlformats.org/drawingml/2006/main" noGrp="1"/>
          </p:cNvSpPr>
          <p:nvPr>
            <p:ph type="sldNum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3.xml><?xml version="1.0" encoding="utf-8"?>
<p:sldLayout xmlns:p="http://schemas.openxmlformats.org/presentationml/2006/main" showMasterSp="0" preserve="1">
  <p:cSld name="Light - Quote with Data Texture Background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14e21b835483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5da62b5a74c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A19B719-F896-40D2-A59B-8E51E7D4BB6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8800"/>
            <a:ext cx="8049200" cy="2026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“Click to type customer or partner quote surrounded by quotation marks.” Remove/replace placeholder logo as needed.</a:t>
            </a:r>
          </a:p>
        </p:txBody>
      </p:sp>
      <p:sp>
        <p:nvSpPr>
          <p:cNvPr id="13" name="Text Field">
            <a:extLst xmlns:a="http://schemas.openxmlformats.org/drawingml/2006/main">
              <a:ext uri="{FF2B5EF4-FFF2-40B4-BE49-F238E27FC236}">
                <a16:creationId xmlns:a16="http://schemas.microsoft.com/office/drawing/2014/main" id="{B09058E5-A74E-C340-89D0-4D15C2F3B8D0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61999" y="4540249"/>
            <a:ext cx="5333999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 of person quoted</a:t>
            </a:r>
          </a:p>
        </p:txBody>
      </p:sp>
      <p:sp>
        <p:nvSpPr>
          <p:cNvPr id="12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36C31D35-A48A-6B46-A3DB-FDB99CCA72F4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761999" y="4877842"/>
            <a:ext cx="5333999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Additional information if needed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414A2E81-7AA0-4954-BF7E-C076C41AF7C6}"/>
              </a:ext>
            </a:extLst>
          </p:cNvPr>
          <p:cNvSpPr>
            <a:spLocks xmlns:a="http://schemas.openxmlformats.org/drawingml/2006/main" noGrp="1"/>
          </p:cNvSpPr>
          <p:nvPr>
            <p:ph type="pic" idx="41" hasCustomPrompt="1"/>
          </p:nvPr>
        </p:nvSpPr>
        <p:spPr>
          <a:xfrm xmlns:a="http://schemas.openxmlformats.org/drawingml/2006/main">
            <a:off x="771067" y="1013988"/>
            <a:ext cx="2944208" cy="81481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logo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F17ECA2C-4CF8-48ED-893A-2958F9909B90}"/>
              </a:ext>
            </a:extLst>
          </p:cNvPr>
          <p:cNvSpPr>
            <a:spLocks xmlns:a="http://schemas.openxmlformats.org/drawingml/2006/main" noGrp="1"/>
          </p:cNvSpPr>
          <p:nvPr>
            <p:ph type="dt" idx="4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B30A5-FB54-4DA1-B38D-1B7DE81C6A48}" type="datetime1">
              <a:t>4/26/2024</a:t>
            </a:fld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44FDBCE-E35C-4859-AD9D-93665BD69FD5}"/>
              </a:ext>
            </a:extLst>
          </p:cNvPr>
          <p:cNvSpPr>
            <a:spLocks xmlns:a="http://schemas.openxmlformats.org/drawingml/2006/main" noGrp="1"/>
          </p:cNvSpPr>
          <p:nvPr>
            <p:ph type="ftr" idx="4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0F5130C2-E640-4887-BCA9-090F40084C88}"/>
              </a:ext>
            </a:extLst>
          </p:cNvPr>
          <p:cNvSpPr>
            <a:spLocks xmlns:a="http://schemas.openxmlformats.org/drawingml/2006/main" noGrp="1"/>
          </p:cNvSpPr>
          <p:nvPr>
            <p:ph type="sldNum" idx="4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4.xml><?xml version="1.0" encoding="utf-8"?>
<p:sldLayout xmlns:p="http://schemas.openxmlformats.org/presentationml/2006/main" showMasterSp="0" preserve="1">
  <p:cSld name="Light - Quote with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Quote">
            <a:extLst xmlns:a="http://schemas.openxmlformats.org/drawingml/2006/main">
              <a:ext uri="{FF2B5EF4-FFF2-40B4-BE49-F238E27FC236}">
                <a16:creationId xmlns:a16="http://schemas.microsoft.com/office/drawing/2014/main" id="{A13E52A3-3B72-407D-BD94-ADB27B9FCE9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72844" y="2434528"/>
            <a:ext cx="6067096" cy="184665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spAutoFit/>
          </a:bodyPr>
          <a:lstStyle xmlns:a="http://schemas.openxmlformats.org/drawingml/2006/main">
            <a:lvl1pPr>
              <a:lnSpc>
                <a:spcPct val="100000"/>
              </a:lnSpc>
              <a:buNone/>
              <a:defRPr sz="3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“Click to type customer or partner quote surrounded by quotation marks.” Remove/replace placeholder image as needed.</a:t>
            </a:r>
          </a:p>
        </p:txBody>
      </p:sp>
      <p:sp>
        <p:nvSpPr>
          <p:cNvPr id="13" name="Text Field">
            <a:extLst xmlns:a="http://schemas.openxmlformats.org/drawingml/2006/main">
              <a:ext uri="{FF2B5EF4-FFF2-40B4-BE49-F238E27FC236}">
                <a16:creationId xmlns:a16="http://schemas.microsoft.com/office/drawing/2014/main" id="{04A571F4-71E4-264A-BBD5-0475995E681B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5372844" y="4983135"/>
            <a:ext cx="6054629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 of person quoted</a:t>
            </a:r>
          </a:p>
        </p:txBody>
      </p:sp>
      <p:sp>
        <p:nvSpPr>
          <p:cNvPr id="11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CBFB97F9-F988-C34C-8B6D-BB4A4D881736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5372844" y="5320728"/>
            <a:ext cx="6054629" cy="7863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Additional information if needed</a:t>
            </a:r>
          </a:p>
        </p:txBody>
      </p:sp>
      <p:pic>
        <p:nvPicPr>
          <p:cNvPr id="18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b094c4bac349c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8F9EF32-2876-8841-ADB8-707F8BDB8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730" y="3244334"/>
            <a:ext cx="2285339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solidFill>
                  <a:schemeClr val="bg2"/>
                </a:solidFill>
              </a:rPr>
              <a:t>Click to add image</a:t>
            </a:r>
          </a:p>
        </p:txBody>
      </p:sp>
      <p:sp>
        <p:nvSpPr>
          <p:cNvPr id="12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48F56FAF-A389-4DEC-BCB5-7C2BCDEBE166}"/>
              </a:ext>
            </a:extLst>
          </p:cNvPr>
          <p:cNvSpPr>
            <a:spLocks xmlns:a="http://schemas.openxmlformats.org/drawingml/2006/main" noGrp="1"/>
          </p:cNvSpPr>
          <p:nvPr>
            <p:ph type="pic" idx="41" hasCustomPrompt="1"/>
          </p:nvPr>
        </p:nvSpPr>
        <p:spPr>
          <a:xfrm xmlns:a="http://schemas.openxmlformats.org/drawingml/2006/main">
            <a:off x="5434085" y="1206535"/>
            <a:ext cx="2944208" cy="841248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logo</a:t>
            </a:r>
          </a:p>
        </p:txBody>
      </p:sp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6145069B-D056-45AF-BC91-ABDBFD0C3D17}"/>
              </a:ext>
            </a:extLst>
          </p:cNvPr>
          <p:cNvSpPr>
            <a:spLocks xmlns:a="http://schemas.openxmlformats.org/drawingml/2006/main" noGrp="1"/>
          </p:cNvSpPr>
          <p:nvPr>
            <p:ph type="pic" idx="42" hasCustomPrompt="1"/>
          </p:nvPr>
        </p:nvSpPr>
        <p:spPr>
          <a:xfrm xmlns:a="http://schemas.openxmlformats.org/drawingml/2006/main">
            <a:off x="0" y="0"/>
            <a:ext cx="4876800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3C7CAF2-5875-4790-8762-15A8CDD16E08}"/>
              </a:ext>
            </a:extLst>
          </p:cNvPr>
          <p:cNvSpPr>
            <a:spLocks xmlns:a="http://schemas.openxmlformats.org/drawingml/2006/main" noGrp="1"/>
          </p:cNvSpPr>
          <p:nvPr>
            <p:ph type="dt" idx="4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412C781-9486-495F-9009-294AB81D9257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F175504-AA80-48D0-ABE0-C3B4B0480FBA}"/>
              </a:ext>
            </a:extLst>
          </p:cNvPr>
          <p:cNvSpPr>
            <a:spLocks xmlns:a="http://schemas.openxmlformats.org/drawingml/2006/main" noGrp="1"/>
          </p:cNvSpPr>
          <p:nvPr>
            <p:ph type="ftr" idx="4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FA2E22D8-777D-4A4E-8190-9C7E9654A636}"/>
              </a:ext>
            </a:extLst>
          </p:cNvPr>
          <p:cNvSpPr>
            <a:spLocks xmlns:a="http://schemas.openxmlformats.org/drawingml/2006/main" noGrp="1"/>
          </p:cNvSpPr>
          <p:nvPr>
            <p:ph type="sldNum" idx="4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25.xml><?xml version="1.0" encoding="utf-8"?>
<p:sldLayout xmlns:p="http://schemas.openxmlformats.org/presentationml/2006/main" showMasterSp="0" preserve="1">
  <p:cSld name="1_Light - Thank You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55e03b24e940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4448"/>
            <a:ext cx="6560075" cy="6858000"/>
          </a:xfrm>
          <a:prstGeom xmlns:a="http://schemas.openxmlformats.org/drawingml/2006/main" prst="rect">
            <a:avLst/>
          </a:prstGeom>
        </p:spPr>
      </p:pic>
      <p:pic>
        <p:nvPicPr>
          <p:cNvPr id="17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52ba958a1847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80FBCF9-2936-4056-9408-59954380108C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3" name="Thank You">
            <a:extLst xmlns:a="http://schemas.openxmlformats.org/drawingml/2006/main"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3482230"/>
            <a:ext cx="502232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Thank you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62000" y="4773585"/>
            <a:ext cx="5029200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>
          <a:xfrm xmlns:a="http://schemas.openxmlformats.org/drawingml/2006/main">
            <a:off x="762000" y="5111178"/>
            <a:ext cx="5029200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E3889800-62E2-CF4C-97E0-CE1310E361A3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6560075" y="0"/>
            <a:ext cx="5631925" cy="6858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add image</a:t>
            </a:r>
          </a:p>
        </p:txBody>
      </p:sp>
    </p:spTree>
  </p:cSld>
</p:sldLayout>
</file>

<file path=ppt/slideLayouts/slideLayout26.xml><?xml version="1.0" encoding="utf-8"?>
<p:sldLayout xmlns:p="http://schemas.openxmlformats.org/presentationml/2006/main" showMasterSp="0" preserve="1">
  <p:cSld name="Light - Thank You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6a56277c34eb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-34448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5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78c41925c4f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98BC18-3443-48B2-97E6-989B7098DC52}"/>
              </a:ext>
            </a:extLst>
          </p:cNvPr>
          <p:cNvSpPr>
            <a:spLocks xmlns:a="http://schemas.openxmlformats.org/drawingml/2006/main" noGrp="1"/>
          </p:cNvSpPr>
          <p:nvPr>
            <p:ph type="dt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D6C986A-168F-4D76-86BB-5B349F7604D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2AC1E3-E104-4942-8AE8-198E477A85F9}"/>
              </a:ext>
            </a:extLst>
          </p:cNvPr>
          <p:cNvSpPr>
            <a:spLocks xmlns:a="http://schemas.openxmlformats.org/drawingml/2006/main" noGrp="1"/>
          </p:cNvSpPr>
          <p:nvPr>
            <p:ph type="ftr" idx="3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0968FA8-1974-461B-87A5-6D7032FA1C85}"/>
              </a:ext>
            </a:extLst>
          </p:cNvPr>
          <p:cNvSpPr>
            <a:spLocks xmlns:a="http://schemas.openxmlformats.org/drawingml/2006/main" noGrp="1"/>
          </p:cNvSpPr>
          <p:nvPr>
            <p:ph type="sldNum" idx="4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3" name="Thank You">
            <a:extLst xmlns:a="http://schemas.openxmlformats.org/drawingml/2006/main">
              <a:ext uri="{FF2B5EF4-FFF2-40B4-BE49-F238E27FC236}">
                <a16:creationId xmlns:a16="http://schemas.microsoft.com/office/drawing/2014/main" id="{701BFB4F-AD1A-4B21-826E-A2F61F5D8AA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3482230"/>
            <a:ext cx="5022325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buNone/>
              <a:defRPr sz="32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marL="0" marR="0" lv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Thank you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F273E805-B8FF-F84B-99E6-4636F8BD3EBF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62000" y="4773585"/>
            <a:ext cx="5029200" cy="266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283762D0-0D31-A347-AD9E-095398CD17C5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>
          <a:xfrm xmlns:a="http://schemas.openxmlformats.org/drawingml/2006/main">
            <a:off x="762000" y="5111178"/>
            <a:ext cx="5029200" cy="8951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</p:txBody>
      </p:sp>
    </p:spTree>
  </p:cSld>
</p:sldLayout>
</file>

<file path=ppt/slideLayouts/slideLayout27.xml><?xml version="1.0" encoding="utf-8"?>
<p:sldLayout xmlns:p="http://schemas.openxmlformats.org/presentationml/2006/main" showMasterSp="0" preserve="1">
  <p:cSld name="Light - Closing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33fa1e46f457e">
            <a:extLst>
              <a:ext uri="{96DAC541-7B7A-43D3-8B79-37D633B846F1}">
                <asvg:svgBlip xmlns:asvg="http://schemas.microsoft.com/office/drawing/2016/SVG/main" r:embed="Ra7117fb59d39449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47854" y="2915192"/>
            <a:ext cx="4896293" cy="102761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8.xml><?xml version="1.0" encoding="utf-8"?>
<p:sldLayout xmlns:p="http://schemas.openxmlformats.org/presentationml/2006/main" preserve="1">
  <p:cSld name="Mission Statem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Illustration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2ef4323f54dd1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926094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138CAED-6966-416F-96DE-48D3061CA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876" y="2989724"/>
            <a:ext cx="8852644" cy="8785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ct val="0"/>
              </a:spcBef>
              <a:buNone/>
              <a:defRPr sz="3000" b="0" i="0" baseline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buNone/>
            </a:pPr>
            <a:r>
              <a:t>Our mission is to help people see data in new ways, discover insights, unlock endless possibilities.</a:t>
            </a:r>
          </a:p>
        </p:txBody>
      </p:sp>
    </p:spTree>
  </p:cSld>
</p:sldLayout>
</file>

<file path=ppt/slideLayouts/slideLayout29.xml><?xml version="1.0" encoding="utf-8"?>
<p:sldLayout xmlns:p="http://schemas.openxmlformats.org/presentationml/2006/main" showMasterSp="0">
  <p:cSld name="Brand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cb39ff29c4f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cb39ff29c4f47">
            <a:extLst>
              <a:ext uri="{96DAC541-7B7A-43D3-8B79-37D633B846F1}">
                <asvg:svgBlip xmlns:asvg="http://schemas.microsoft.com/office/drawing/2016/SVG/main" r:embed="R0e5bf3f1684e459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Brand (up to 2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514C47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2019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9f609c49e4c0b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089584B-D48B-42DB-A58B-544C997E63CE}"/>
              </a:ext>
            </a:extLst>
          </p:cNvPr>
          <p:cNvSpPr>
            <a:spLocks xmlns:a="http://schemas.openxmlformats.org/drawingml/2006/main" noGrp="1"/>
          </p:cNvSpPr>
          <p:nvPr>
            <p:ph type="dt" idx="3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7882C04-BD69-44ED-8337-6E34F787B2EF}" type="datetime1">
              <a:t>4/26/2024</a:t>
            </a:fld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8522066-27D4-4B40-9794-1047C9932F4F}"/>
              </a:ext>
            </a:extLst>
          </p:cNvPr>
          <p:cNvSpPr>
            <a:spLocks xmlns:a="http://schemas.openxmlformats.org/drawingml/2006/main" noGrp="1"/>
          </p:cNvSpPr>
          <p:nvPr>
            <p:ph type="ftr" idx="3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95E5E672-3E33-44E2-B5BA-B88BAB86607B}"/>
              </a:ext>
            </a:extLst>
          </p:cNvPr>
          <p:cNvSpPr>
            <a:spLocks xmlns:a="http://schemas.openxmlformats.org/drawingml/2006/main" noGrp="1"/>
          </p:cNvSpPr>
          <p:nvPr>
            <p:ph type="sldNum" idx="3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</p:spTree>
  </p:cSld>
</p:sldLayout>
</file>

<file path=ppt/slideLayouts/slideLayout30.xml><?xml version="1.0" encoding="utf-8"?>
<p:sldLayout xmlns:p="http://schemas.openxmlformats.org/presentationml/2006/main" showMasterSp="0">
  <p:cSld name="Finance / Operations 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3586fd1e04d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93586fd1e04dab">
            <a:extLst>
              <a:ext uri="{96DAC541-7B7A-43D3-8B79-37D633B846F1}">
                <asvg:svgBlip xmlns:asvg="http://schemas.microsoft.com/office/drawing/2016/SVG/main" r:embed="Rf6d8982e21694f8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Finance / Operations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315357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48005b0fe426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1.xml><?xml version="1.0" encoding="utf-8"?>
<p:sldLayout xmlns:p="http://schemas.openxmlformats.org/presentationml/2006/main" showMasterSp="0">
  <p:cSld name="Cloud Platform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6f58cb6bb49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6f58cb6bb496b">
            <a:extLst>
              <a:ext uri="{96DAC541-7B7A-43D3-8B79-37D633B846F1}">
                <asvg:svgBlip xmlns:asvg="http://schemas.microsoft.com/office/drawing/2016/SVG/main" r:embed="Ra8ee66e72031428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Cloud Platform (up to two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33553C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ab8846c3f84d48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2.xml><?xml version="1.0" encoding="utf-8"?>
<p:sldLayout xmlns:p="http://schemas.openxmlformats.org/presentationml/2006/main" showMasterSp="0">
  <p:cSld name="HCM/HR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dc3ddaa2744fd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  <p:pic>
        <p:nvPicPr>
          <p:cNvPr id="3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e9b2c5865426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1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e9b2c5865426b">
            <a:extLst>
              <a:ext uri="{96DAC541-7B7A-43D3-8B79-37D633B846F1}">
                <asvg:svgBlip xmlns:asvg="http://schemas.microsoft.com/office/drawing/2016/SVG/main" r:embed="Rd74cf994689a40d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HCM/HR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6C3F49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showMasterSp="0">
  <p:cSld name="Database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ff344741640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ff34474164021">
            <a:extLst>
              <a:ext uri="{96DAC541-7B7A-43D3-8B79-37D633B846F1}">
                <asvg:svgBlip xmlns:asvg="http://schemas.microsoft.com/office/drawing/2016/SVG/main" r:embed="Rc1b3dca86d50470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Database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64F4F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a6b71ce724c0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4.xml><?xml version="1.0" encoding="utf-8"?>
<p:sldLayout xmlns:p="http://schemas.openxmlformats.org/presentationml/2006/main" showMasterSp="0">
  <p:cSld name="CX/Marketing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f5763ec9f41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3f5763ec9f4122">
            <a:extLst>
              <a:ext uri="{96DAC541-7B7A-43D3-8B79-37D633B846F1}">
                <asvg:svgBlip xmlns:asvg="http://schemas.microsoft.com/office/drawing/2016/SVG/main" r:embed="R76dbc886fd934e9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Advertising and CX (up to two lines)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594564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cf7b514dd420a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5.xml><?xml version="1.0" encoding="utf-8"?>
<p:sldLayout xmlns:p="http://schemas.openxmlformats.org/presentationml/2006/main" showMasterSp="0">
  <p:cSld name="Developer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b045d526a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b045d526a4f0a">
            <a:extLst>
              <a:ext uri="{96DAC541-7B7A-43D3-8B79-37D633B846F1}">
                <asvg:svgBlip xmlns:asvg="http://schemas.microsoft.com/office/drawing/2016/SVG/main" r:embed="R8a8a9755c07a414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Developer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94D53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bb6c957a084577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6.xml><?xml version="1.0" encoding="utf-8"?>
<p:sldLayout xmlns:p="http://schemas.openxmlformats.org/presentationml/2006/main" showMasterSp="0">
  <p:cSld name="SCM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b19be73854b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9b19be73854b89">
            <a:extLst>
              <a:ext uri="{96DAC541-7B7A-43D3-8B79-37D633B846F1}">
                <asvg:svgBlip xmlns:asvg="http://schemas.microsoft.com/office/drawing/2016/SVG/main" r:embed="R84aba53b1bc74b2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SCM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713F25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e5cb9417b741d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7.xml><?xml version="1.0" encoding="utf-8"?>
<p:sldLayout xmlns:p="http://schemas.openxmlformats.org/presentationml/2006/main" showMasterSp="0">
  <p:cSld name="GBU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9673b4bb249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19673b4bb24928">
            <a:extLst>
              <a:ext uri="{96DAC541-7B7A-43D3-8B79-37D633B846F1}">
                <asvg:svgBlip xmlns:asvg="http://schemas.microsoft.com/office/drawing/2016/SVG/main" r:embed="Rd6058a2a95b14dc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GBU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>
                <a:solidFill>
                  <a:srgbClr val="464C68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8d84d2350452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8.xml><?xml version="1.0" encoding="utf-8"?>
<p:sldLayout xmlns:p="http://schemas.openxmlformats.org/presentationml/2006/main" showMasterSp="0">
  <p:cSld name="Netsuite Light - Titl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3b1abec8849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pic>
        <p:nvPicPr>
          <p:cNvPr id="30" name="Oracle Log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3b1abec88493e">
            <a:extLst>
              <a:ext uri="{96DAC541-7B7A-43D3-8B79-37D633B846F1}">
                <asvg:svgBlip xmlns:asvg="http://schemas.microsoft.com/office/drawing/2016/SVG/main" r:embed="R33f69dcbc84544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4949" y="1132368"/>
            <a:ext cx="1524893" cy="320040"/>
          </a:xfrm>
          <a:prstGeom xmlns:a="http://schemas.openxmlformats.org/drawingml/2006/main" prst="rect">
            <a:avLst/>
          </a:prstGeom>
        </p:spPr>
      </p:pic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461BB5F1-8825-7944-96EB-8445317513F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018030" y="2148840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91440" anchor="b">
            <a:noAutofit/>
          </a:bodyPr>
          <a:lstStyle xmlns:a="http://schemas.openxmlformats.org/drawingml/2006/main">
            <a:lvl1pPr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NetSuite (up to two lines) </a:t>
            </a:r>
            <a:br/>
            <a:r>
              <a:t>Georgia Regular 40pt</a:t>
            </a:r>
          </a:p>
        </p:txBody>
      </p:sp>
      <p:sp>
        <p:nvSpPr>
          <p:cNvPr id="25" name="Subhead">
            <a:extLst xmlns:a="http://schemas.openxmlformats.org/drawingml/2006/main">
              <a:ext uri="{FF2B5EF4-FFF2-40B4-BE49-F238E27FC236}">
                <a16:creationId xmlns:a16="http://schemas.microsoft.com/office/drawing/2014/main" id="{DE85AE1C-733D-7244-A6DA-C3ADBC76ED0C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018030" y="3519553"/>
            <a:ext cx="10158984" cy="3412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defRPr sz="2400" b="0" baseline="0">
                <a:solidFill>
                  <a:srgbClr val="2C5266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 on one line</a:t>
            </a:r>
          </a:p>
        </p:txBody>
      </p:sp>
      <p:sp>
        <p:nvSpPr>
          <p:cNvPr id="11" name="Text Field">
            <a:extLst xmlns:a="http://schemas.openxmlformats.org/drawingml/2006/main">
              <a:ext uri="{FF2B5EF4-FFF2-40B4-BE49-F238E27FC236}">
                <a16:creationId xmlns:a16="http://schemas.microsoft.com/office/drawing/2014/main" id="{5096A149-B6C9-A04E-A2B0-54CCFAA42526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018030" y="4544568"/>
            <a:ext cx="5077970" cy="266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b="1"/>
            </a:lvl1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0" name="Text Field 2">
            <a:extLst xmlns:a="http://schemas.openxmlformats.org/drawingml/2006/main">
              <a:ext uri="{FF2B5EF4-FFF2-40B4-BE49-F238E27FC236}">
                <a16:creationId xmlns:a16="http://schemas.microsoft.com/office/drawing/2014/main" id="{A57492F9-1AD2-9346-9BB6-C0CF36DEF5ED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018030" y="4882896"/>
            <a:ext cx="5077970" cy="8951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Presenter’s Title</a:t>
            </a:r>
          </a:p>
          <a:p xmlns:a="http://schemas.openxmlformats.org/drawingml/2006/main">
            <a:pPr lvl="0">
              <a:buNone/>
            </a:pPr>
            <a:r>
              <a:t>Organization, Division or Business Unit</a:t>
            </a:r>
          </a:p>
          <a:p xmlns:a="http://schemas.openxmlformats.org/drawingml/2006/main">
            <a:pPr lvl="0">
              <a:buNone/>
            </a:pPr>
            <a:r>
              <a:t>Month 00, 2022</a:t>
            </a:r>
          </a:p>
        </p:txBody>
      </p:sp>
      <p:pic>
        <p:nvPicPr>
          <p:cNvPr id="3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b7d08fc1e446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92024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9.xml><?xml version="1.0" encoding="utf-8"?>
<p:sldLayout xmlns:p="http://schemas.openxmlformats.org/presentationml/2006/main" showMasterSp="0" preserve="1">
  <p:cSld name="Light - Divid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3060c2e2f74a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3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ccdf8f8c74b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89127AD-303E-4148-925B-F8D854942DC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35E5522-276A-4151-B19E-B34F52E25495}" type="datetime1">
              <a:t>4/26/2024</a:t>
            </a:fld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077CD67-74FC-43EC-912B-8B74B34E5B8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AC119101-EC6A-4B95-9940-BAB31432AD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6" name="Title 5">
            <a:extLst xmlns:a="http://schemas.openxmlformats.org/drawingml/2006/main">
              <a:ext uri="{FF2B5EF4-FFF2-40B4-BE49-F238E27FC236}">
                <a16:creationId xmlns:a16="http://schemas.microsoft.com/office/drawing/2014/main" id="{F6BEA035-D7A5-4B84-9F05-5163378E9E5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1" y="2337132"/>
            <a:ext cx="10158984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0" tIns="0" rIns="0" bIns="0" anchor="b">
            <a:noAutofit/>
          </a:bodyPr>
          <a:lstStyle xmlns:a="http://schemas.openxmlformats.org/drawingml/2006/main">
            <a:lvl1pPr>
              <a:lnSpc>
                <a:spcPct val="95000"/>
              </a:lnSpc>
              <a:buNone/>
              <a:defRPr sz="4000" b="0"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>
              <a:lnSpc>
                <a:spcPct val="100000"/>
              </a:lnSpc>
              <a:buNone/>
            </a:pPr>
            <a:r>
              <a:t>Click to add divider title (up to 2 lines)</a:t>
            </a:r>
          </a:p>
        </p:txBody>
      </p:sp>
      <p:sp>
        <p:nvSpPr>
          <p:cNvPr id="9" name="Subhead">
            <a:extLst xmlns:a="http://schemas.openxmlformats.org/drawingml/2006/main">
              <a:ext uri="{FF2B5EF4-FFF2-40B4-BE49-F238E27FC236}">
                <a16:creationId xmlns:a16="http://schemas.microsoft.com/office/drawing/2014/main" id="{7CDB1F3E-E2D2-44FE-A725-E3ED1480C83B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776689" y="4135193"/>
            <a:ext cx="10158984" cy="68125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marR="0" indent="0" algn="l" defTabSz="914400">
              <a:lnSpc>
                <a:spcPct val="9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/>
              <a:buNone/>
              <a:defRPr sz="1800" b="0">
                <a:solidFill>
                  <a:schemeClr val="accent5"/>
                </a:solidFill>
              </a:defRPr>
            </a:lvl1pPr>
          </a:lstStyle>
          <a:p xmlns:a="http://schemas.openxmlformats.org/drawingml/2006/main">
            <a:pPr marL="0" marR="0" lv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</a:pPr>
            <a:r>
              <a:t>Subhead goes here</a:t>
            </a:r>
          </a:p>
        </p:txBody>
      </p:sp>
    </p:spTree>
  </p:cSld>
</p:sldLayout>
</file>

<file path=ppt/slideLayouts/slideLayout40.xml><?xml version="1.0" encoding="utf-8"?>
<p:sldLayout xmlns:p="http://schemas.openxmlformats.org/presentationml/2006/main" userDrawn="1">
  <p:cSld name="1_ICONS Title-Only_WHITE Bkg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A26BF30-1369-4525-BCB3-E434E1219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1950" y="249382"/>
            <a:ext cx="11465378" cy="6279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rIns="0" anchor="b"/>
          <a:lstStyle xmlns:a="http://schemas.openxmlformats.org/drawingml/2006/main">
            <a:lvl1pPr>
              <a:buNone/>
              <a:defRPr sz="2800" b="1" i="0"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286E105-B9E8-4343-BE42-1AC736BD754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936978" y="6514978"/>
            <a:ext cx="6627228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45720" rIns="0" bIns="45720" anchor="ctr"/>
          <a:lstStyle xmlns:a="http://schemas.openxmlformats.org/drawingml/2006/main">
            <a:lvl1pPr algn="l">
              <a:buNone/>
              <a:defRPr sz="650" b="0" i="0">
                <a:solidFill>
                  <a:schemeClr val="bg2">
                    <a:lumMod val="75000"/>
                  </a:schemeClr>
                </a:solidFill>
                <a:latin typeface="Oracle Sans"/>
                <a:ea typeface="Oracle Sans"/>
                <a:cs typeface="Oracle Sans"/>
              </a:defRPr>
            </a:lvl1pPr>
          </a:lstStyle>
          <a:p xmlns:a="http://schemas.openxmlformats.org/drawingml/2006/main">
            <a:r>
              <a:rPr sz="800"/>
              <a:t>Copyright © 2022 Oracle and/or its affiliates.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CDC1190C-FD65-C742-8E7C-407D18B9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89" y="6507624"/>
            <a:ext cx="40568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 kern="1200">
                <a:solidFill>
                  <a:schemeClr val="tx1">
                    <a:tint val="75000"/>
                  </a:schemeClr>
                </a:solidFill>
                <a:latin typeface="Oracle Sans"/>
                <a:ea typeface="Oracle Sans"/>
                <a:cs typeface="Oracle Sans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D440507A-669E-A943-A4A7-E531D638091A}" type="slidenum">
              <a:rPr sz="800">
                <a:solidFill>
                  <a:schemeClr val="bg2">
                    <a:lumMod val="75000"/>
                  </a:schemeClr>
                </a:solidFill>
              </a:rPr>
              <a:t>‹#›</a:t>
            </a:fld>
          </a:p>
        </p:txBody>
      </p:sp>
    </p:spTree>
  </p:cSld>
</p:sldLayout>
</file>

<file path=ppt/slideLayouts/slideLayout41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D26E73-DB8C-4CA4-A1AE-6A0221173C11}" type="datetimeFigureOut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BE56C2-DEC3-475D-8616-6D3208302146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(icons with text)</a:t>
            </a:r>
          </a:p>
        </p:txBody>
      </p:sp>
      <p:sp>
        <p:nvSpPr>
          <p:cNvPr id="6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7BF46C7-9BCD-4CD6-86E3-B0C18E87084D}"/>
              </a:ext>
            </a:extLst>
          </p:cNvPr>
          <p:cNvSpPr>
            <a:spLocks xmlns:a="http://schemas.openxmlformats.org/drawingml/2006/main" noGrp="1"/>
          </p:cNvSpPr>
          <p:nvPr>
            <p:ph type="pic" idx="52"/>
          </p:nvPr>
        </p:nvSpPr>
        <p:spPr>
          <a:xfrm xmlns:a="http://schemas.openxmlformats.org/drawingml/2006/main">
            <a:off x="1050535" y="1844625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7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424D4EBE-E806-4A01-9255-F8A5A3CBEA28}"/>
              </a:ext>
            </a:extLst>
          </p:cNvPr>
          <p:cNvSpPr>
            <a:spLocks xmlns:a="http://schemas.openxmlformats.org/drawingml/2006/main" noGrp="1"/>
          </p:cNvSpPr>
          <p:nvPr>
            <p:ph type="pic" idx="53"/>
          </p:nvPr>
        </p:nvSpPr>
        <p:spPr>
          <a:xfrm xmlns:a="http://schemas.openxmlformats.org/drawingml/2006/main">
            <a:off x="417889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8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7BBC89A9-3A2A-4A30-98FB-252870B24A9E}"/>
              </a:ext>
            </a:extLst>
          </p:cNvPr>
          <p:cNvSpPr>
            <a:spLocks xmlns:a="http://schemas.openxmlformats.org/drawingml/2006/main" noGrp="1"/>
          </p:cNvSpPr>
          <p:nvPr>
            <p:ph type="pic" idx="54"/>
          </p:nvPr>
        </p:nvSpPr>
        <p:spPr>
          <a:xfrm xmlns:a="http://schemas.openxmlformats.org/drawingml/2006/main">
            <a:off x="2614716" y="1844625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91845B8-3F5B-4703-889A-7C53E5927D47}"/>
              </a:ext>
            </a:extLst>
          </p:cNvPr>
          <p:cNvSpPr>
            <a:spLocks xmlns:a="http://schemas.openxmlformats.org/drawingml/2006/main" noGrp="1"/>
          </p:cNvSpPr>
          <p:nvPr>
            <p:ph type="body" idx="55"/>
          </p:nvPr>
        </p:nvSpPr>
        <p:spPr>
          <a:xfrm xmlns:a="http://schemas.openxmlformats.org/drawingml/2006/main">
            <a:off x="2329802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0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0DF91EC2-D4AB-42FD-AADB-D77FD6FD7D0B}"/>
              </a:ext>
            </a:extLst>
          </p:cNvPr>
          <p:cNvSpPr>
            <a:spLocks xmlns:a="http://schemas.openxmlformats.org/drawingml/2006/main" noGrp="1"/>
          </p:cNvSpPr>
          <p:nvPr>
            <p:ph type="pic" idx="56"/>
          </p:nvPr>
        </p:nvSpPr>
        <p:spPr>
          <a:xfrm xmlns:a="http://schemas.openxmlformats.org/drawingml/2006/main">
            <a:off x="574307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1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5DEB6885-F527-4BB6-865B-91BE35ECF884}"/>
              </a:ext>
            </a:extLst>
          </p:cNvPr>
          <p:cNvSpPr>
            <a:spLocks xmlns:a="http://schemas.openxmlformats.org/drawingml/2006/main" noGrp="1"/>
          </p:cNvSpPr>
          <p:nvPr>
            <p:ph type="pic" idx="57"/>
          </p:nvPr>
        </p:nvSpPr>
        <p:spPr>
          <a:xfrm xmlns:a="http://schemas.openxmlformats.org/drawingml/2006/main">
            <a:off x="730725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90AE28A-2F4B-4758-93DB-7DD93B46EDC7}"/>
              </a:ext>
            </a:extLst>
          </p:cNvPr>
          <p:cNvSpPr>
            <a:spLocks xmlns:a="http://schemas.openxmlformats.org/drawingml/2006/main" noGrp="1"/>
          </p:cNvSpPr>
          <p:nvPr>
            <p:ph type="body" idx="58"/>
          </p:nvPr>
        </p:nvSpPr>
        <p:spPr>
          <a:xfrm xmlns:a="http://schemas.openxmlformats.org/drawingml/2006/main">
            <a:off x="765621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>
                <a:solidFill>
                  <a:schemeClr val="tx1"/>
                </a:solidFill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637F4BC-0875-4760-AFC9-0D8432CF5AF0}"/>
              </a:ext>
            </a:extLst>
          </p:cNvPr>
          <p:cNvSpPr>
            <a:spLocks xmlns:a="http://schemas.openxmlformats.org/drawingml/2006/main" noGrp="1"/>
          </p:cNvSpPr>
          <p:nvPr>
            <p:ph type="body" idx="59"/>
          </p:nvPr>
        </p:nvSpPr>
        <p:spPr>
          <a:xfrm xmlns:a="http://schemas.openxmlformats.org/drawingml/2006/main">
            <a:off x="3893983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DF63DA8-6FD7-47B2-97B8-EFCB7227388E}"/>
              </a:ext>
            </a:extLst>
          </p:cNvPr>
          <p:cNvSpPr>
            <a:spLocks xmlns:a="http://schemas.openxmlformats.org/drawingml/2006/main" noGrp="1"/>
          </p:cNvSpPr>
          <p:nvPr>
            <p:ph type="body" idx="60"/>
          </p:nvPr>
        </p:nvSpPr>
        <p:spPr>
          <a:xfrm xmlns:a="http://schemas.openxmlformats.org/drawingml/2006/main">
            <a:off x="5458164" y="2797629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1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B5C3AA9-05E3-4CA7-971B-07F4683DFC4F}"/>
              </a:ext>
            </a:extLst>
          </p:cNvPr>
          <p:cNvSpPr>
            <a:spLocks xmlns:a="http://schemas.openxmlformats.org/drawingml/2006/main" noGrp="1"/>
          </p:cNvSpPr>
          <p:nvPr>
            <p:ph type="body" idx="61"/>
          </p:nvPr>
        </p:nvSpPr>
        <p:spPr>
          <a:xfrm xmlns:a="http://schemas.openxmlformats.org/drawingml/2006/main">
            <a:off x="8586526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A48FD6A-3AA2-46BE-AEAD-18DCCD765E7A}"/>
              </a:ext>
            </a:extLst>
          </p:cNvPr>
          <p:cNvSpPr>
            <a:spLocks xmlns:a="http://schemas.openxmlformats.org/drawingml/2006/main" noGrp="1"/>
          </p:cNvSpPr>
          <p:nvPr>
            <p:ph type="body" idx="82"/>
          </p:nvPr>
        </p:nvSpPr>
        <p:spPr>
          <a:xfrm xmlns:a="http://schemas.openxmlformats.org/drawingml/2006/main">
            <a:off x="7022345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xmlns:a="http://schemas.openxmlformats.org/drawingml/2006/main" noGrp="1"/>
          </p:cNvSpPr>
          <p:nvPr>
            <p:ph type="body" idx="83"/>
          </p:nvPr>
        </p:nvSpPr>
        <p:spPr>
          <a:xfrm xmlns:a="http://schemas.openxmlformats.org/drawingml/2006/main">
            <a:off x="10150706" y="2797630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1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3B67B4D-D110-4A91-9FCB-8B8446193755}"/>
              </a:ext>
            </a:extLst>
          </p:cNvPr>
          <p:cNvSpPr>
            <a:spLocks xmlns:a="http://schemas.openxmlformats.org/drawingml/2006/main" noGrp="1"/>
          </p:cNvSpPr>
          <p:nvPr>
            <p:ph type="pic" idx="85"/>
          </p:nvPr>
        </p:nvSpPr>
        <p:spPr>
          <a:xfrm xmlns:a="http://schemas.openxmlformats.org/drawingml/2006/main">
            <a:off x="8871437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1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xmlns:a="http://schemas.openxmlformats.org/drawingml/2006/main" noGrp="1"/>
          </p:cNvSpPr>
          <p:nvPr>
            <p:ph type="pic" idx="87"/>
          </p:nvPr>
        </p:nvSpPr>
        <p:spPr>
          <a:xfrm xmlns:a="http://schemas.openxmlformats.org/drawingml/2006/main">
            <a:off x="10435620" y="1844625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xmlns:a="http://schemas.openxmlformats.org/drawingml/2006/main" noGrp="1"/>
          </p:cNvSpPr>
          <p:nvPr>
            <p:ph type="pic" idx="88"/>
          </p:nvPr>
        </p:nvSpPr>
        <p:spPr>
          <a:xfrm xmlns:a="http://schemas.openxmlformats.org/drawingml/2006/main">
            <a:off x="1050535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xmlns:a="http://schemas.openxmlformats.org/drawingml/2006/main" noGrp="1"/>
          </p:cNvSpPr>
          <p:nvPr>
            <p:ph type="pic" idx="89"/>
          </p:nvPr>
        </p:nvSpPr>
        <p:spPr>
          <a:xfrm xmlns:a="http://schemas.openxmlformats.org/drawingml/2006/main">
            <a:off x="417889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xmlns:a="http://schemas.openxmlformats.org/drawingml/2006/main" noGrp="1"/>
          </p:cNvSpPr>
          <p:nvPr>
            <p:ph type="pic" idx="90"/>
          </p:nvPr>
        </p:nvSpPr>
        <p:spPr>
          <a:xfrm xmlns:a="http://schemas.openxmlformats.org/drawingml/2006/main">
            <a:off x="2614716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xmlns:a="http://schemas.openxmlformats.org/drawingml/2006/main" noGrp="1"/>
          </p:cNvSpPr>
          <p:nvPr>
            <p:ph type="body" idx="91"/>
          </p:nvPr>
        </p:nvSpPr>
        <p:spPr>
          <a:xfrm xmlns:a="http://schemas.openxmlformats.org/drawingml/2006/main">
            <a:off x="2329802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4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xmlns:a="http://schemas.openxmlformats.org/drawingml/2006/main" noGrp="1"/>
          </p:cNvSpPr>
          <p:nvPr>
            <p:ph type="pic" idx="92"/>
          </p:nvPr>
        </p:nvSpPr>
        <p:spPr>
          <a:xfrm xmlns:a="http://schemas.openxmlformats.org/drawingml/2006/main">
            <a:off x="574307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xmlns:a="http://schemas.openxmlformats.org/drawingml/2006/main" noGrp="1"/>
          </p:cNvSpPr>
          <p:nvPr>
            <p:ph type="pic" idx="93"/>
          </p:nvPr>
        </p:nvSpPr>
        <p:spPr>
          <a:xfrm xmlns:a="http://schemas.openxmlformats.org/drawingml/2006/main">
            <a:off x="730725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xmlns:a="http://schemas.openxmlformats.org/drawingml/2006/main" noGrp="1"/>
          </p:cNvSpPr>
          <p:nvPr>
            <p:ph type="body" idx="94"/>
          </p:nvPr>
        </p:nvSpPr>
        <p:spPr>
          <a:xfrm xmlns:a="http://schemas.openxmlformats.org/drawingml/2006/main">
            <a:off x="765621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2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xmlns:a="http://schemas.openxmlformats.org/drawingml/2006/main" noGrp="1"/>
          </p:cNvSpPr>
          <p:nvPr>
            <p:ph type="body" idx="95"/>
          </p:nvPr>
        </p:nvSpPr>
        <p:spPr>
          <a:xfrm xmlns:a="http://schemas.openxmlformats.org/drawingml/2006/main">
            <a:off x="3893983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8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xmlns:a="http://schemas.openxmlformats.org/drawingml/2006/main" noGrp="1"/>
          </p:cNvSpPr>
          <p:nvPr>
            <p:ph type="body" idx="96"/>
          </p:nvPr>
        </p:nvSpPr>
        <p:spPr>
          <a:xfrm xmlns:a="http://schemas.openxmlformats.org/drawingml/2006/main">
            <a:off x="5458164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xmlns:a="http://schemas.openxmlformats.org/drawingml/2006/main" noGrp="1"/>
          </p:cNvSpPr>
          <p:nvPr>
            <p:ph type="body" idx="97"/>
          </p:nvPr>
        </p:nvSpPr>
        <p:spPr>
          <a:xfrm xmlns:a="http://schemas.openxmlformats.org/drawingml/2006/main">
            <a:off x="858652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xmlns:a="http://schemas.openxmlformats.org/drawingml/2006/main" noGrp="1"/>
          </p:cNvSpPr>
          <p:nvPr>
            <p:ph type="body" idx="98"/>
          </p:nvPr>
        </p:nvSpPr>
        <p:spPr>
          <a:xfrm xmlns:a="http://schemas.openxmlformats.org/drawingml/2006/main">
            <a:off x="7022345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xmlns:a="http://schemas.openxmlformats.org/drawingml/2006/main" noGrp="1"/>
          </p:cNvSpPr>
          <p:nvPr>
            <p:ph type="body" idx="99"/>
          </p:nvPr>
        </p:nvSpPr>
        <p:spPr>
          <a:xfrm xmlns:a="http://schemas.openxmlformats.org/drawingml/2006/main">
            <a:off x="1015070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2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xmlns:a="http://schemas.openxmlformats.org/drawingml/2006/main" noGrp="1"/>
          </p:cNvSpPr>
          <p:nvPr>
            <p:ph type="pic" idx="100"/>
          </p:nvPr>
        </p:nvSpPr>
        <p:spPr>
          <a:xfrm xmlns:a="http://schemas.openxmlformats.org/drawingml/2006/main">
            <a:off x="887143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3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xmlns:a="http://schemas.openxmlformats.org/drawingml/2006/main" noGrp="1"/>
          </p:cNvSpPr>
          <p:nvPr>
            <p:ph type="pic" idx="101"/>
          </p:nvPr>
        </p:nvSpPr>
        <p:spPr>
          <a:xfrm xmlns:a="http://schemas.openxmlformats.org/drawingml/2006/main">
            <a:off x="10435620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xmlns:a="http://schemas.openxmlformats.org/drawingml/2006/main" noGrp="1"/>
          </p:cNvSpPr>
          <p:nvPr>
            <p:ph type="pic" idx="102"/>
          </p:nvPr>
        </p:nvSpPr>
        <p:spPr>
          <a:xfrm xmlns:a="http://schemas.openxmlformats.org/drawingml/2006/main">
            <a:off x="1050535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xmlns:a="http://schemas.openxmlformats.org/drawingml/2006/main" noGrp="1"/>
          </p:cNvSpPr>
          <p:nvPr>
            <p:ph type="pic" idx="103"/>
          </p:nvPr>
        </p:nvSpPr>
        <p:spPr>
          <a:xfrm xmlns:a="http://schemas.openxmlformats.org/drawingml/2006/main">
            <a:off x="417889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xmlns:a="http://schemas.openxmlformats.org/drawingml/2006/main" noGrp="1"/>
          </p:cNvSpPr>
          <p:nvPr>
            <p:ph type="pic" idx="104"/>
          </p:nvPr>
        </p:nvSpPr>
        <p:spPr>
          <a:xfrm xmlns:a="http://schemas.openxmlformats.org/drawingml/2006/main">
            <a:off x="2614716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xmlns:a="http://schemas.openxmlformats.org/drawingml/2006/main" noGrp="1"/>
          </p:cNvSpPr>
          <p:nvPr>
            <p:ph type="body" idx="105"/>
          </p:nvPr>
        </p:nvSpPr>
        <p:spPr>
          <a:xfrm xmlns:a="http://schemas.openxmlformats.org/drawingml/2006/main">
            <a:off x="2329802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3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xmlns:a="http://schemas.openxmlformats.org/drawingml/2006/main" noGrp="1"/>
          </p:cNvSpPr>
          <p:nvPr>
            <p:ph type="pic" idx="106"/>
          </p:nvPr>
        </p:nvSpPr>
        <p:spPr>
          <a:xfrm xmlns:a="http://schemas.openxmlformats.org/drawingml/2006/main">
            <a:off x="574307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xmlns:a="http://schemas.openxmlformats.org/drawingml/2006/main" noGrp="1"/>
          </p:cNvSpPr>
          <p:nvPr>
            <p:ph type="pic" idx="107"/>
          </p:nvPr>
        </p:nvSpPr>
        <p:spPr>
          <a:xfrm xmlns:a="http://schemas.openxmlformats.org/drawingml/2006/main">
            <a:off x="730725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xmlns:a="http://schemas.openxmlformats.org/drawingml/2006/main" noGrp="1"/>
          </p:cNvSpPr>
          <p:nvPr>
            <p:ph type="body" idx="108"/>
          </p:nvPr>
        </p:nvSpPr>
        <p:spPr>
          <a:xfrm xmlns:a="http://schemas.openxmlformats.org/drawingml/2006/main">
            <a:off x="765621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xmlns:a="http://schemas.openxmlformats.org/drawingml/2006/main" noGrp="1"/>
          </p:cNvSpPr>
          <p:nvPr>
            <p:ph type="body" idx="109"/>
          </p:nvPr>
        </p:nvSpPr>
        <p:spPr>
          <a:xfrm xmlns:a="http://schemas.openxmlformats.org/drawingml/2006/main">
            <a:off x="3893983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xmlns:a="http://schemas.openxmlformats.org/drawingml/2006/main" noGrp="1"/>
          </p:cNvSpPr>
          <p:nvPr>
            <p:ph type="body" idx="110"/>
          </p:nvPr>
        </p:nvSpPr>
        <p:spPr>
          <a:xfrm xmlns:a="http://schemas.openxmlformats.org/drawingml/2006/main">
            <a:off x="5458164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xmlns:a="http://schemas.openxmlformats.org/drawingml/2006/main" noGrp="1"/>
          </p:cNvSpPr>
          <p:nvPr>
            <p:ph type="body" idx="111"/>
          </p:nvPr>
        </p:nvSpPr>
        <p:spPr>
          <a:xfrm xmlns:a="http://schemas.openxmlformats.org/drawingml/2006/main">
            <a:off x="858652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xmlns:a="http://schemas.openxmlformats.org/drawingml/2006/main" noGrp="1"/>
          </p:cNvSpPr>
          <p:nvPr>
            <p:ph type="body" idx="112"/>
          </p:nvPr>
        </p:nvSpPr>
        <p:spPr>
          <a:xfrm xmlns:a="http://schemas.openxmlformats.org/drawingml/2006/main">
            <a:off x="7022345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xmlns:a="http://schemas.openxmlformats.org/drawingml/2006/main" noGrp="1"/>
          </p:cNvSpPr>
          <p:nvPr>
            <p:ph type="body" idx="113"/>
          </p:nvPr>
        </p:nvSpPr>
        <p:spPr>
          <a:xfrm xmlns:a="http://schemas.openxmlformats.org/drawingml/2006/main">
            <a:off x="1015070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xmlns:a="http://schemas.openxmlformats.org/drawingml/2006/main" noGrp="1"/>
          </p:cNvSpPr>
          <p:nvPr>
            <p:ph type="pic" idx="114"/>
          </p:nvPr>
        </p:nvSpPr>
        <p:spPr>
          <a:xfrm xmlns:a="http://schemas.openxmlformats.org/drawingml/2006/main">
            <a:off x="887143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7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xmlns:a="http://schemas.openxmlformats.org/drawingml/2006/main" noGrp="1"/>
          </p:cNvSpPr>
          <p:nvPr>
            <p:ph type="pic" idx="115"/>
          </p:nvPr>
        </p:nvSpPr>
        <p:spPr>
          <a:xfrm xmlns:a="http://schemas.openxmlformats.org/drawingml/2006/main">
            <a:off x="10435620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</p:spTree>
  </p:cSld>
</p:sldLayout>
</file>

<file path=ppt/slideLayouts/slideLayout42.xml><?xml version="1.0" encoding="utf-8"?>
<p:sldLayout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Graphic 4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7173bccf7642e9">
            <a:extLst>
              <a:ext uri="{96DAC541-7B7A-43D3-8B79-37D633B846F1}">
                <asvg:svgBlip xmlns:asvg="http://schemas.microsoft.com/office/drawing/2016/SVG/main" r:embed="Rf3242dab4f194164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530016"/>
            <a:ext cx="12192000" cy="1283368"/>
          </a:xfrm>
          <a:prstGeom xmlns:a="http://schemas.openxmlformats.org/drawingml/2006/main" prst="rect">
            <a:avLst/>
          </a:prstGeom>
        </p:spPr>
      </p:pic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60A60EB2-529A-455E-BB84-8D2BBC0987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BD26E73-DB8C-4CA4-A1AE-6A0221173C11}" type="datetimeFigureOut">
              <a:t>4/26/2024</a:t>
            </a:fld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BE9169ED-CF1C-40EB-B02B-4C674A06D6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4FC0F7A4-0D3D-46A2-A2D1-1923518798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0BE56C2-DEC3-475D-8616-6D3208302146}" type="slidenum">
              <a:t>‹#›</a:t>
            </a:fld>
          </a:p>
        </p:txBody>
      </p:sp>
      <p:sp>
        <p:nvSpPr>
          <p:cNvPr id="5" name="Title 1">
            <a:extLst xmlns:a="http://schemas.openxmlformats.org/drawingml/2006/main">
              <a:ext uri="{FF2B5EF4-FFF2-40B4-BE49-F238E27FC236}">
                <a16:creationId xmlns:a16="http://schemas.microsoft.com/office/drawing/2014/main" id="{22103F64-37F9-43D5-9C5A-B29439CB0DF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768875" y="182403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(icons with text)</a:t>
            </a:r>
          </a:p>
        </p:txBody>
      </p:sp>
      <p:sp>
        <p:nvSpPr>
          <p:cNvPr id="1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2E2FB9C-E286-4FD1-AC57-71201F9F69E5}"/>
              </a:ext>
            </a:extLst>
          </p:cNvPr>
          <p:cNvSpPr>
            <a:spLocks xmlns:a="http://schemas.openxmlformats.org/drawingml/2006/main" noGrp="1"/>
          </p:cNvSpPr>
          <p:nvPr>
            <p:ph type="body" idx="83" hasCustomPrompt="1"/>
          </p:nvPr>
        </p:nvSpPr>
        <p:spPr>
          <a:xfrm xmlns:a="http://schemas.openxmlformats.org/drawingml/2006/main">
            <a:off x="1041010" y="2398500"/>
            <a:ext cx="685800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Label</a:t>
            </a:r>
          </a:p>
        </p:txBody>
      </p:sp>
      <p:sp>
        <p:nvSpPr>
          <p:cNvPr id="1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AD9E5F1-3BFA-4F42-BCAB-455223D4827A}"/>
              </a:ext>
            </a:extLst>
          </p:cNvPr>
          <p:cNvSpPr>
            <a:spLocks xmlns:a="http://schemas.openxmlformats.org/drawingml/2006/main" noGrp="1"/>
          </p:cNvSpPr>
          <p:nvPr>
            <p:ph type="pic" idx="87" hasCustomPrompt="1"/>
          </p:nvPr>
        </p:nvSpPr>
        <p:spPr>
          <a:xfrm xmlns:a="http://schemas.openxmlformats.org/drawingml/2006/main">
            <a:off x="1127878" y="1853060"/>
            <a:ext cx="512064" cy="512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Add icon</a:t>
            </a:r>
          </a:p>
        </p:txBody>
      </p:sp>
      <p:sp>
        <p:nvSpPr>
          <p:cNvPr id="20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099D264E-1A2A-49D3-913C-AB554FC4E8C3}"/>
              </a:ext>
            </a:extLst>
          </p:cNvPr>
          <p:cNvSpPr>
            <a:spLocks xmlns:a="http://schemas.openxmlformats.org/drawingml/2006/main" noGrp="1"/>
          </p:cNvSpPr>
          <p:nvPr>
            <p:ph type="pic" idx="88"/>
          </p:nvPr>
        </p:nvSpPr>
        <p:spPr>
          <a:xfrm xmlns:a="http://schemas.openxmlformats.org/drawingml/2006/main">
            <a:off x="1050535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1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3EF888FA-FA03-4D90-B67D-21FD33ED91F1}"/>
              </a:ext>
            </a:extLst>
          </p:cNvPr>
          <p:cNvSpPr>
            <a:spLocks xmlns:a="http://schemas.openxmlformats.org/drawingml/2006/main" noGrp="1"/>
          </p:cNvSpPr>
          <p:nvPr>
            <p:ph type="pic" idx="89"/>
          </p:nvPr>
        </p:nvSpPr>
        <p:spPr>
          <a:xfrm xmlns:a="http://schemas.openxmlformats.org/drawingml/2006/main">
            <a:off x="417889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2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525D977-A5B5-4398-922E-D56F1A122A46}"/>
              </a:ext>
            </a:extLst>
          </p:cNvPr>
          <p:cNvSpPr>
            <a:spLocks xmlns:a="http://schemas.openxmlformats.org/drawingml/2006/main" noGrp="1"/>
          </p:cNvSpPr>
          <p:nvPr>
            <p:ph type="pic" idx="90"/>
          </p:nvPr>
        </p:nvSpPr>
        <p:spPr>
          <a:xfrm xmlns:a="http://schemas.openxmlformats.org/drawingml/2006/main">
            <a:off x="2614716" y="3476901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FC68B6D6-4271-4638-8C48-627292A61FB0}"/>
              </a:ext>
            </a:extLst>
          </p:cNvPr>
          <p:cNvSpPr>
            <a:spLocks xmlns:a="http://schemas.openxmlformats.org/drawingml/2006/main" noGrp="1"/>
          </p:cNvSpPr>
          <p:nvPr>
            <p:ph type="body" idx="91"/>
          </p:nvPr>
        </p:nvSpPr>
        <p:spPr>
          <a:xfrm xmlns:a="http://schemas.openxmlformats.org/drawingml/2006/main">
            <a:off x="2329802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4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9F204A49-805D-412C-9EDA-25760EA2B6FB}"/>
              </a:ext>
            </a:extLst>
          </p:cNvPr>
          <p:cNvSpPr>
            <a:spLocks xmlns:a="http://schemas.openxmlformats.org/drawingml/2006/main" noGrp="1"/>
          </p:cNvSpPr>
          <p:nvPr>
            <p:ph type="pic" idx="92"/>
          </p:nvPr>
        </p:nvSpPr>
        <p:spPr>
          <a:xfrm xmlns:a="http://schemas.openxmlformats.org/drawingml/2006/main">
            <a:off x="574307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5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AE5E2BE9-BA0E-4626-BE92-4324E393B392}"/>
              </a:ext>
            </a:extLst>
          </p:cNvPr>
          <p:cNvSpPr>
            <a:spLocks xmlns:a="http://schemas.openxmlformats.org/drawingml/2006/main" noGrp="1"/>
          </p:cNvSpPr>
          <p:nvPr>
            <p:ph type="pic" idx="93"/>
          </p:nvPr>
        </p:nvSpPr>
        <p:spPr>
          <a:xfrm xmlns:a="http://schemas.openxmlformats.org/drawingml/2006/main">
            <a:off x="730725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26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23623211-130D-496D-BD63-D37F319F3E40}"/>
              </a:ext>
            </a:extLst>
          </p:cNvPr>
          <p:cNvSpPr>
            <a:spLocks xmlns:a="http://schemas.openxmlformats.org/drawingml/2006/main" noGrp="1"/>
          </p:cNvSpPr>
          <p:nvPr>
            <p:ph type="body" idx="94"/>
          </p:nvPr>
        </p:nvSpPr>
        <p:spPr>
          <a:xfrm xmlns:a="http://schemas.openxmlformats.org/drawingml/2006/main">
            <a:off x="765621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2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FDA7ACD-062A-4FC3-9EF9-5E293702093E}"/>
              </a:ext>
            </a:extLst>
          </p:cNvPr>
          <p:cNvSpPr>
            <a:spLocks xmlns:a="http://schemas.openxmlformats.org/drawingml/2006/main" noGrp="1"/>
          </p:cNvSpPr>
          <p:nvPr>
            <p:ph type="body" idx="95"/>
          </p:nvPr>
        </p:nvSpPr>
        <p:spPr>
          <a:xfrm xmlns:a="http://schemas.openxmlformats.org/drawingml/2006/main">
            <a:off x="3893983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8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30B7A401-EB5F-481F-8952-3F73CF04F4C3}"/>
              </a:ext>
            </a:extLst>
          </p:cNvPr>
          <p:cNvSpPr>
            <a:spLocks xmlns:a="http://schemas.openxmlformats.org/drawingml/2006/main" noGrp="1"/>
          </p:cNvSpPr>
          <p:nvPr>
            <p:ph type="body" idx="96"/>
          </p:nvPr>
        </p:nvSpPr>
        <p:spPr>
          <a:xfrm xmlns:a="http://schemas.openxmlformats.org/drawingml/2006/main">
            <a:off x="5458164" y="4429905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29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6CF7431B-CB6B-47B7-8530-BEAAD1CD9B89}"/>
              </a:ext>
            </a:extLst>
          </p:cNvPr>
          <p:cNvSpPr>
            <a:spLocks xmlns:a="http://schemas.openxmlformats.org/drawingml/2006/main" noGrp="1"/>
          </p:cNvSpPr>
          <p:nvPr>
            <p:ph type="body" idx="97"/>
          </p:nvPr>
        </p:nvSpPr>
        <p:spPr>
          <a:xfrm xmlns:a="http://schemas.openxmlformats.org/drawingml/2006/main">
            <a:off x="858652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EB4B6A3A-676E-4AC0-918F-6AF9238CDA17}"/>
              </a:ext>
            </a:extLst>
          </p:cNvPr>
          <p:cNvSpPr>
            <a:spLocks xmlns:a="http://schemas.openxmlformats.org/drawingml/2006/main" noGrp="1"/>
          </p:cNvSpPr>
          <p:nvPr>
            <p:ph type="body" idx="98"/>
          </p:nvPr>
        </p:nvSpPr>
        <p:spPr>
          <a:xfrm xmlns:a="http://schemas.openxmlformats.org/drawingml/2006/main">
            <a:off x="7022345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8DF17E6-8BF6-4489-A838-EB82D2B0407E}"/>
              </a:ext>
            </a:extLst>
          </p:cNvPr>
          <p:cNvSpPr>
            <a:spLocks xmlns:a="http://schemas.openxmlformats.org/drawingml/2006/main" noGrp="1"/>
          </p:cNvSpPr>
          <p:nvPr>
            <p:ph type="body" idx="99"/>
          </p:nvPr>
        </p:nvSpPr>
        <p:spPr>
          <a:xfrm xmlns:a="http://schemas.openxmlformats.org/drawingml/2006/main">
            <a:off x="10150706" y="4429906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32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D699F03-B1DA-4AE3-A081-0FADE23BAB48}"/>
              </a:ext>
            </a:extLst>
          </p:cNvPr>
          <p:cNvSpPr>
            <a:spLocks xmlns:a="http://schemas.openxmlformats.org/drawingml/2006/main" noGrp="1"/>
          </p:cNvSpPr>
          <p:nvPr>
            <p:ph type="pic" idx="100"/>
          </p:nvPr>
        </p:nvSpPr>
        <p:spPr>
          <a:xfrm xmlns:a="http://schemas.openxmlformats.org/drawingml/2006/main">
            <a:off x="8871437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3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7865EDDA-D773-4E4F-A4AE-3C4881C1E7F2}"/>
              </a:ext>
            </a:extLst>
          </p:cNvPr>
          <p:cNvSpPr>
            <a:spLocks xmlns:a="http://schemas.openxmlformats.org/drawingml/2006/main" noGrp="1"/>
          </p:cNvSpPr>
          <p:nvPr>
            <p:ph type="pic" idx="101"/>
          </p:nvPr>
        </p:nvSpPr>
        <p:spPr>
          <a:xfrm xmlns:a="http://schemas.openxmlformats.org/drawingml/2006/main">
            <a:off x="10435620" y="3476901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4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64EA4A58-CB42-4762-8287-8FBAD0F419C7}"/>
              </a:ext>
            </a:extLst>
          </p:cNvPr>
          <p:cNvSpPr>
            <a:spLocks xmlns:a="http://schemas.openxmlformats.org/drawingml/2006/main" noGrp="1"/>
          </p:cNvSpPr>
          <p:nvPr>
            <p:ph type="pic" idx="102"/>
          </p:nvPr>
        </p:nvSpPr>
        <p:spPr>
          <a:xfrm xmlns:a="http://schemas.openxmlformats.org/drawingml/2006/main">
            <a:off x="1050535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5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B94108C-B523-4D81-8160-4EEDCA05D19F}"/>
              </a:ext>
            </a:extLst>
          </p:cNvPr>
          <p:cNvSpPr>
            <a:spLocks xmlns:a="http://schemas.openxmlformats.org/drawingml/2006/main" noGrp="1"/>
          </p:cNvSpPr>
          <p:nvPr>
            <p:ph type="pic" idx="103"/>
          </p:nvPr>
        </p:nvSpPr>
        <p:spPr>
          <a:xfrm xmlns:a="http://schemas.openxmlformats.org/drawingml/2006/main">
            <a:off x="417889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6" name="Picture Placeholder 3">
            <a:extLst xmlns:a="http://schemas.openxmlformats.org/drawingml/2006/main">
              <a:ext uri="{FF2B5EF4-FFF2-40B4-BE49-F238E27FC236}">
                <a16:creationId xmlns:a16="http://schemas.microsoft.com/office/drawing/2014/main" id="{8A0AA4CE-D667-4E22-8E4B-E33283199B8A}"/>
              </a:ext>
            </a:extLst>
          </p:cNvPr>
          <p:cNvSpPr>
            <a:spLocks xmlns:a="http://schemas.openxmlformats.org/drawingml/2006/main" noGrp="1"/>
          </p:cNvSpPr>
          <p:nvPr>
            <p:ph type="pic" idx="104"/>
          </p:nvPr>
        </p:nvSpPr>
        <p:spPr>
          <a:xfrm xmlns:a="http://schemas.openxmlformats.org/drawingml/2006/main">
            <a:off x="2614716" y="5001482"/>
            <a:ext cx="929789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7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9B73C80F-2017-42CE-B90A-527B3E74B68A}"/>
              </a:ext>
            </a:extLst>
          </p:cNvPr>
          <p:cNvSpPr>
            <a:spLocks xmlns:a="http://schemas.openxmlformats.org/drawingml/2006/main" noGrp="1"/>
          </p:cNvSpPr>
          <p:nvPr>
            <p:ph type="body" idx="105"/>
          </p:nvPr>
        </p:nvSpPr>
        <p:spPr>
          <a:xfrm xmlns:a="http://schemas.openxmlformats.org/drawingml/2006/main">
            <a:off x="2329802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38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92A14AF-09A2-4C25-8D64-64E762D8711E}"/>
              </a:ext>
            </a:extLst>
          </p:cNvPr>
          <p:cNvSpPr>
            <a:spLocks xmlns:a="http://schemas.openxmlformats.org/drawingml/2006/main" noGrp="1"/>
          </p:cNvSpPr>
          <p:nvPr>
            <p:ph type="pic" idx="106"/>
          </p:nvPr>
        </p:nvSpPr>
        <p:spPr>
          <a:xfrm xmlns:a="http://schemas.openxmlformats.org/drawingml/2006/main">
            <a:off x="574307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39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D8067B3C-C1D4-41DF-96DC-760411B6F75B}"/>
              </a:ext>
            </a:extLst>
          </p:cNvPr>
          <p:cNvSpPr>
            <a:spLocks xmlns:a="http://schemas.openxmlformats.org/drawingml/2006/main" noGrp="1"/>
          </p:cNvSpPr>
          <p:nvPr>
            <p:ph type="pic" idx="107"/>
          </p:nvPr>
        </p:nvSpPr>
        <p:spPr>
          <a:xfrm xmlns:a="http://schemas.openxmlformats.org/drawingml/2006/main">
            <a:off x="730725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0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FEBDAF6-3565-4039-878D-72010E475DF8}"/>
              </a:ext>
            </a:extLst>
          </p:cNvPr>
          <p:cNvSpPr>
            <a:spLocks xmlns:a="http://schemas.openxmlformats.org/drawingml/2006/main" noGrp="1"/>
          </p:cNvSpPr>
          <p:nvPr>
            <p:ph type="body" idx="108"/>
          </p:nvPr>
        </p:nvSpPr>
        <p:spPr>
          <a:xfrm xmlns:a="http://schemas.openxmlformats.org/drawingml/2006/main">
            <a:off x="765621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marR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1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55BC8570-FC5A-4122-9E7C-8C0446AB21FB}"/>
              </a:ext>
            </a:extLst>
          </p:cNvPr>
          <p:cNvSpPr>
            <a:spLocks xmlns:a="http://schemas.openxmlformats.org/drawingml/2006/main" noGrp="1"/>
          </p:cNvSpPr>
          <p:nvPr>
            <p:ph type="body" idx="109"/>
          </p:nvPr>
        </p:nvSpPr>
        <p:spPr>
          <a:xfrm xmlns:a="http://schemas.openxmlformats.org/drawingml/2006/main">
            <a:off x="3893983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2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716F4F36-6367-4F84-AEB5-408B6729FC60}"/>
              </a:ext>
            </a:extLst>
          </p:cNvPr>
          <p:cNvSpPr>
            <a:spLocks xmlns:a="http://schemas.openxmlformats.org/drawingml/2006/main" noGrp="1"/>
          </p:cNvSpPr>
          <p:nvPr>
            <p:ph type="body" idx="110"/>
          </p:nvPr>
        </p:nvSpPr>
        <p:spPr>
          <a:xfrm xmlns:a="http://schemas.openxmlformats.org/drawingml/2006/main">
            <a:off x="5458164" y="5964646"/>
            <a:ext cx="1499616" cy="166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171450" marR="0" lvl="0" indent="-17145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None/>
            </a:pPr>
            <a:r>
              <a:t>Click to edit Master text styles</a:t>
            </a:r>
          </a:p>
        </p:txBody>
      </p:sp>
      <p:sp>
        <p:nvSpPr>
          <p:cNvPr id="43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0F2CF83A-0833-40D7-951D-827D217AC9EC}"/>
              </a:ext>
            </a:extLst>
          </p:cNvPr>
          <p:cNvSpPr>
            <a:spLocks xmlns:a="http://schemas.openxmlformats.org/drawingml/2006/main" noGrp="1"/>
          </p:cNvSpPr>
          <p:nvPr>
            <p:ph type="body" idx="111"/>
          </p:nvPr>
        </p:nvSpPr>
        <p:spPr>
          <a:xfrm xmlns:a="http://schemas.openxmlformats.org/drawingml/2006/main">
            <a:off x="858652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4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4EB01A30-17E1-46B6-B392-93580EBF6C55}"/>
              </a:ext>
            </a:extLst>
          </p:cNvPr>
          <p:cNvSpPr>
            <a:spLocks xmlns:a="http://schemas.openxmlformats.org/drawingml/2006/main" noGrp="1"/>
          </p:cNvSpPr>
          <p:nvPr>
            <p:ph type="body" idx="112"/>
          </p:nvPr>
        </p:nvSpPr>
        <p:spPr>
          <a:xfrm xmlns:a="http://schemas.openxmlformats.org/drawingml/2006/main">
            <a:off x="7022345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5" name="Text Field 3">
            <a:extLst xmlns:a="http://schemas.openxmlformats.org/drawingml/2006/main">
              <a:ext uri="{FF2B5EF4-FFF2-40B4-BE49-F238E27FC236}">
                <a16:creationId xmlns:a16="http://schemas.microsoft.com/office/drawing/2014/main" id="{8A09EF4B-E42D-446A-90B7-21593764FD79}"/>
              </a:ext>
            </a:extLst>
          </p:cNvPr>
          <p:cNvSpPr>
            <a:spLocks xmlns:a="http://schemas.openxmlformats.org/drawingml/2006/main" noGrp="1"/>
          </p:cNvSpPr>
          <p:nvPr>
            <p:ph type="body" idx="113"/>
          </p:nvPr>
        </p:nvSpPr>
        <p:spPr>
          <a:xfrm xmlns:a="http://schemas.openxmlformats.org/drawingml/2006/main">
            <a:off x="10150706" y="5964647"/>
            <a:ext cx="1499616" cy="1669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anchor="ctr"/>
          <a:lstStyle xmlns:a="http://schemas.openxmlformats.org/drawingml/2006/main">
            <a:lvl1pPr marL="0" indent="0" algn="ctr">
              <a:spcBef>
                <a:spcPts val="300"/>
              </a:spcBef>
              <a:buFont typeface="Arial"/>
              <a:buNone/>
              <a:defRPr sz="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-100584" algn="l">
              <a:spcBef>
                <a:spcPts val="300"/>
              </a:spcBef>
              <a:buNone/>
              <a:defRPr sz="1000"/>
            </a:lvl2pPr>
          </a:lstStyle>
          <a:p xmlns:a="http://schemas.openxmlformats.org/drawingml/2006/main">
            <a:pPr marL="0" marR="0" lvl="0" indent="0" algn="ctr" defTabSz="914400">
              <a:lnSpc>
                <a:spcPct val="9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System Font Regular"/>
              <a:buNone/>
            </a:pPr>
            <a:r>
              <a:t>Click to edit Master text styles</a:t>
            </a:r>
          </a:p>
        </p:txBody>
      </p:sp>
      <p:sp>
        <p:nvSpPr>
          <p:cNvPr id="46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CBD10CE1-0EF2-4420-9087-1B4AEE942F5A}"/>
              </a:ext>
            </a:extLst>
          </p:cNvPr>
          <p:cNvSpPr>
            <a:spLocks xmlns:a="http://schemas.openxmlformats.org/drawingml/2006/main" noGrp="1"/>
          </p:cNvSpPr>
          <p:nvPr>
            <p:ph type="pic" idx="114"/>
          </p:nvPr>
        </p:nvSpPr>
        <p:spPr>
          <a:xfrm xmlns:a="http://schemas.openxmlformats.org/drawingml/2006/main">
            <a:off x="8871437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  <p:sp>
        <p:nvSpPr>
          <p:cNvPr id="47" name="Picture Placeholder 4">
            <a:extLst xmlns:a="http://schemas.openxmlformats.org/drawingml/2006/main">
              <a:ext uri="{FF2B5EF4-FFF2-40B4-BE49-F238E27FC236}">
                <a16:creationId xmlns:a16="http://schemas.microsoft.com/office/drawing/2014/main" id="{1CA95A8D-CF98-42F6-97C8-D24C98946A22}"/>
              </a:ext>
            </a:extLst>
          </p:cNvPr>
          <p:cNvSpPr>
            <a:spLocks xmlns:a="http://schemas.openxmlformats.org/drawingml/2006/main" noGrp="1"/>
          </p:cNvSpPr>
          <p:nvPr>
            <p:ph type="pic" idx="115"/>
          </p:nvPr>
        </p:nvSpPr>
        <p:spPr>
          <a:xfrm xmlns:a="http://schemas.openxmlformats.org/drawingml/2006/main">
            <a:off x="10435620" y="5001482"/>
            <a:ext cx="929788" cy="929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Click-icon-to-add-picture</a:t>
            </a:r>
          </a:p>
        </p:txBody>
      </p:sp>
    </p:spTree>
  </p:cSld>
</p:sldLayout>
</file>

<file path=ppt/slideLayouts/slideLayout43.xml><?xml version="1.0" encoding="utf-8"?>
<p:sldLayout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43CCE3C-529C-49B4-A97B-0D547B28C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lide Number Placeholder 2">
            <a:extLst xmlns:a="http://schemas.openxmlformats.org/drawingml/2006/main">
              <a:ext uri="{FF2B5EF4-FFF2-40B4-BE49-F238E27FC236}">
                <a16:creationId xmlns:a16="http://schemas.microsoft.com/office/drawing/2014/main" id="{6C91FA49-12C8-4DBA-AE2C-0C5643B9D9AD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D1D9B9F-A342-4210-B0DC-EDDEB3A2C36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Copyright © 2022, Oracle and/or its affiliates | Confidential: Internal/Restricted/Highly Restricted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F6F638A-5EDD-4938-9DD0-A80E319DB038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[Date]</a:t>
            </a:r>
          </a:p>
        </p:txBody>
      </p:sp>
      <p:pic>
        <p:nvPicPr>
          <p:cNvPr id="11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c28b6d3794b94">
            <a:extLst>
              <a:ext uri="{96DAC541-7B7A-43D3-8B79-37D633B846F1}">
                <asvg:svgBlip xmlns:asvg="http://schemas.microsoft.com/office/drawing/2016/SVG/main" r:embed="Rfbb3675b6258488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29991"/>
            <a:ext cx="12192000" cy="1283368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emf" Id="R46480e2ab2284703" /><Relationship Type="http://schemas.openxmlformats.org/officeDocument/2006/relationships/theme" Target="/ppt/slideMasters/theme/theme2.xml" Id="R1b08999d1f334188" /><Relationship Type="http://schemas.openxmlformats.org/officeDocument/2006/relationships/slideLayout" Target="/ppt/slideLayouts/slideLayout1.xml" Id="R73e1f2426d1f4aad" /><Relationship Type="http://schemas.openxmlformats.org/officeDocument/2006/relationships/slideLayout" Target="/ppt/slideLayouts/slideLayout2.xml" Id="R86fa34f569094f8e" /><Relationship Type="http://schemas.openxmlformats.org/officeDocument/2006/relationships/slideLayout" Target="/ppt/slideLayouts/slideLayout3.xml" Id="R8348536ddd3d4fe7" /><Relationship Type="http://schemas.openxmlformats.org/officeDocument/2006/relationships/slideLayout" Target="/ppt/slideLayouts/slideLayout4.xml" Id="R54d082c0b2da4693" /><Relationship Type="http://schemas.openxmlformats.org/officeDocument/2006/relationships/slideLayout" Target="/ppt/slideLayouts/slideLayout5.xml" Id="R1589563d52444230" /><Relationship Type="http://schemas.openxmlformats.org/officeDocument/2006/relationships/slideLayout" Target="/ppt/slideLayouts/slideLayout6.xml" Id="Re8daa33adec040ea" /><Relationship Type="http://schemas.openxmlformats.org/officeDocument/2006/relationships/slideLayout" Target="/ppt/slideLayouts/slideLayout7.xml" Id="Ra8fede65962a4b74" /><Relationship Type="http://schemas.openxmlformats.org/officeDocument/2006/relationships/slideLayout" Target="/ppt/slideLayouts/slideLayout8.xml" Id="R1d5e9a86c4264e3b" /><Relationship Type="http://schemas.openxmlformats.org/officeDocument/2006/relationships/slideLayout" Target="/ppt/slideLayouts/slideLayout9.xml" Id="R4ff3a8e8e58a4544" /><Relationship Type="http://schemas.openxmlformats.org/officeDocument/2006/relationships/slideLayout" Target="/ppt/slideLayouts/slideLayout10.xml" Id="R5fa001416ec64f13" /><Relationship Type="http://schemas.openxmlformats.org/officeDocument/2006/relationships/slideLayout" Target="/ppt/slideLayouts/slideLayout11.xml" Id="Rba97cd6d27bc4996" /><Relationship Type="http://schemas.openxmlformats.org/officeDocument/2006/relationships/slideLayout" Target="/ppt/slideLayouts/slideLayout12.xml" Id="Rb67548bc8eeb46c6" /><Relationship Type="http://schemas.openxmlformats.org/officeDocument/2006/relationships/slideLayout" Target="/ppt/slideLayouts/slideLayout13.xml" Id="R20ca07fbae224d7b" /><Relationship Type="http://schemas.openxmlformats.org/officeDocument/2006/relationships/slideLayout" Target="/ppt/slideLayouts/slideLayout14.xml" Id="R94237af5b91b4fe3" /><Relationship Type="http://schemas.openxmlformats.org/officeDocument/2006/relationships/slideLayout" Target="/ppt/slideLayouts/slideLayout15.xml" Id="Rcb8fbdf01b984ad2" /><Relationship Type="http://schemas.openxmlformats.org/officeDocument/2006/relationships/slideLayout" Target="/ppt/slideLayouts/slideLayout16.xml" Id="Rcc72e7266d9c4c69" /><Relationship Type="http://schemas.openxmlformats.org/officeDocument/2006/relationships/slideLayout" Target="/ppt/slideLayouts/slideLayout17.xml" Id="R1fb2ec02e1f54eec" /><Relationship Type="http://schemas.openxmlformats.org/officeDocument/2006/relationships/slideLayout" Target="/ppt/slideLayouts/slideLayout18.xml" Id="Ra97cd1d4a2ff47fb" /><Relationship Type="http://schemas.openxmlformats.org/officeDocument/2006/relationships/slideLayout" Target="/ppt/slideLayouts/slideLayout19.xml" Id="R3c6bdb4cf0424310" /><Relationship Type="http://schemas.openxmlformats.org/officeDocument/2006/relationships/slideLayout" Target="/ppt/slideLayouts/slideLayout20.xml" Id="R342bd18c90de4732" /><Relationship Type="http://schemas.openxmlformats.org/officeDocument/2006/relationships/slideLayout" Target="/ppt/slideLayouts/slideLayout21.xml" Id="R93002924c1fa4fa5" /><Relationship Type="http://schemas.openxmlformats.org/officeDocument/2006/relationships/slideLayout" Target="/ppt/slideLayouts/slideLayout22.xml" Id="Rcf03427732964941" /><Relationship Type="http://schemas.openxmlformats.org/officeDocument/2006/relationships/slideLayout" Target="/ppt/slideLayouts/slideLayout23.xml" Id="R0ca4716f46674792" /><Relationship Type="http://schemas.openxmlformats.org/officeDocument/2006/relationships/slideLayout" Target="/ppt/slideLayouts/slideLayout24.xml" Id="R04c86a9903e64518" /><Relationship Type="http://schemas.openxmlformats.org/officeDocument/2006/relationships/slideLayout" Target="/ppt/slideLayouts/slideLayout25.xml" Id="R1241f7e1f495416e" /><Relationship Type="http://schemas.openxmlformats.org/officeDocument/2006/relationships/slideLayout" Target="/ppt/slideLayouts/slideLayout26.xml" Id="R6574490bc6c64852" /><Relationship Type="http://schemas.openxmlformats.org/officeDocument/2006/relationships/slideLayout" Target="/ppt/slideLayouts/slideLayout27.xml" Id="R1e3ff88efa3247c8" /><Relationship Type="http://schemas.openxmlformats.org/officeDocument/2006/relationships/slideLayout" Target="/ppt/slideLayouts/slideLayout28.xml" Id="Rda66ebb1765a4bda" /><Relationship Type="http://schemas.openxmlformats.org/officeDocument/2006/relationships/slideLayout" Target="/ppt/slideLayouts/slideLayout29.xml" Id="R5807475156a647f5" /><Relationship Type="http://schemas.openxmlformats.org/officeDocument/2006/relationships/slideLayout" Target="/ppt/slideLayouts/slideLayout30.xml" Id="R71b82f8473e44ba1" /><Relationship Type="http://schemas.openxmlformats.org/officeDocument/2006/relationships/slideLayout" Target="/ppt/slideLayouts/slideLayout31.xml" Id="R7f41f281ba164afa" /><Relationship Type="http://schemas.openxmlformats.org/officeDocument/2006/relationships/slideLayout" Target="/ppt/slideLayouts/slideLayout32.xml" Id="R523d57f90dc04f3a" /><Relationship Type="http://schemas.openxmlformats.org/officeDocument/2006/relationships/slideLayout" Target="/ppt/slideLayouts/slideLayout33.xml" Id="R658bbb86261f4161" /><Relationship Type="http://schemas.openxmlformats.org/officeDocument/2006/relationships/slideLayout" Target="/ppt/slideLayouts/slideLayout34.xml" Id="R243f68f2ed1247d9" /><Relationship Type="http://schemas.openxmlformats.org/officeDocument/2006/relationships/slideLayout" Target="/ppt/slideLayouts/slideLayout35.xml" Id="R730513dfe7344a42" /><Relationship Type="http://schemas.openxmlformats.org/officeDocument/2006/relationships/slideLayout" Target="/ppt/slideLayouts/slideLayout36.xml" Id="R0e8dd60434c548e4" /><Relationship Type="http://schemas.openxmlformats.org/officeDocument/2006/relationships/slideLayout" Target="/ppt/slideLayouts/slideLayout37.xml" Id="R8902f16296364dd9" /><Relationship Type="http://schemas.openxmlformats.org/officeDocument/2006/relationships/slideLayout" Target="/ppt/slideLayouts/slideLayout38.xml" Id="Rd86a646652654b6d" /><Relationship Type="http://schemas.openxmlformats.org/officeDocument/2006/relationships/slideLayout" Target="/ppt/slideLayouts/slideLayout39.xml" Id="R4de11403e4994c62" /><Relationship Type="http://schemas.openxmlformats.org/officeDocument/2006/relationships/slideLayout" Target="/ppt/slideLayouts/slideLayout40.xml" Id="R75f93e86b56346d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emf" Id="R60cd1c7e2c1745b3" /><Relationship Type="http://schemas.openxmlformats.org/officeDocument/2006/relationships/theme" Target="/ppt/slideMasters/theme/theme3.xml" Id="R241ce5439c7542f1" /><Relationship Type="http://schemas.openxmlformats.org/officeDocument/2006/relationships/slideLayout" Target="/ppt/slideLayouts/slideLayout41.xml" Id="R4ce99c382ebd400c" /><Relationship Type="http://schemas.openxmlformats.org/officeDocument/2006/relationships/slideLayout" Target="/ppt/slideLayouts/slideLayout42.xml" Id="R1bc0dca03ca245f0" /><Relationship Type="http://schemas.openxmlformats.org/officeDocument/2006/relationships/slideLayout" Target="/ppt/slideLayouts/slideLayout43.xml" Id="R08912057146c4a31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480e2ab22847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A70F255-3C2A-4AC7-8935-184146E3B6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75" y="182403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Title</a:t>
            </a:r>
          </a:p>
        </p:txBody>
      </p:sp>
      <p:sp>
        <p:nvSpPr>
          <p:cNvPr id="4" name="Text Field">
            <a:extLst xmlns:a="http://schemas.openxmlformats.org/drawingml/2006/main">
              <a:ext uri="{FF2B5EF4-FFF2-40B4-BE49-F238E27FC236}">
                <a16:creationId xmlns:a16="http://schemas.microsoft.com/office/drawing/2014/main" id="{E46619B6-A626-4CDA-96E2-B94F4637C6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68875" y="1600200"/>
            <a:ext cx="10671048" cy="4514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8A3F6CD-49F4-D74B-8C7F-D6CA71EFB13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8" name="Footer">
            <a:extLst xmlns:a="http://schemas.openxmlformats.org/drawingml/2006/main">
              <a:ext uri="{FF2B5EF4-FFF2-40B4-BE49-F238E27FC236}">
                <a16:creationId xmlns:a16="http://schemas.microsoft.com/office/drawing/2014/main" id="{8E003242-6B91-1949-A5CA-15BA57A045C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2478001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Copyright © 2022, Oracle and/or its affiliates  |</a:t>
            </a:r>
          </a:p>
        </p:txBody>
      </p:sp>
      <p:sp>
        <p:nvSpPr>
          <p:cNvPr id="20" name="Date">
            <a:extLst xmlns:a="http://schemas.openxmlformats.org/drawingml/2006/main">
              <a:ext uri="{FF2B5EF4-FFF2-40B4-BE49-F238E27FC236}">
                <a16:creationId xmlns:a16="http://schemas.microsoft.com/office/drawing/2014/main" id="{65BA88F5-EF53-415B-8446-19188BE675D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605760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82BDA199-1C6F-4B76-931E-007EAA6F75F8}" type="datetime1">
              <a:t>4/26/2024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e1f2426d1f4aad"/>
    <p:sldLayoutId xmlns:r="http://schemas.openxmlformats.org/officeDocument/2006/relationships" id="2147483650" r:id="R86fa34f569094f8e"/>
    <p:sldLayoutId xmlns:r="http://schemas.openxmlformats.org/officeDocument/2006/relationships" id="2147483651" r:id="R8348536ddd3d4fe7"/>
    <p:sldLayoutId xmlns:r="http://schemas.openxmlformats.org/officeDocument/2006/relationships" id="2147483652" r:id="R54d082c0b2da4693"/>
    <p:sldLayoutId xmlns:r="http://schemas.openxmlformats.org/officeDocument/2006/relationships" id="2147483653" r:id="R1589563d52444230"/>
    <p:sldLayoutId xmlns:r="http://schemas.openxmlformats.org/officeDocument/2006/relationships" id="2147483654" r:id="Re8daa33adec040ea"/>
    <p:sldLayoutId xmlns:r="http://schemas.openxmlformats.org/officeDocument/2006/relationships" id="2147483655" r:id="Ra8fede65962a4b74"/>
    <p:sldLayoutId xmlns:r="http://schemas.openxmlformats.org/officeDocument/2006/relationships" id="2147483656" r:id="R1d5e9a86c4264e3b"/>
    <p:sldLayoutId xmlns:r="http://schemas.openxmlformats.org/officeDocument/2006/relationships" id="2147483657" r:id="R4ff3a8e8e58a4544"/>
    <p:sldLayoutId xmlns:r="http://schemas.openxmlformats.org/officeDocument/2006/relationships" id="2147483658" r:id="R5fa001416ec64f13"/>
    <p:sldLayoutId xmlns:r="http://schemas.openxmlformats.org/officeDocument/2006/relationships" id="2147483659" r:id="Rba97cd6d27bc4996"/>
    <p:sldLayoutId xmlns:r="http://schemas.openxmlformats.org/officeDocument/2006/relationships" id="2147483660" r:id="Rb67548bc8eeb46c6"/>
    <p:sldLayoutId xmlns:r="http://schemas.openxmlformats.org/officeDocument/2006/relationships" id="2147483661" r:id="R20ca07fbae224d7b"/>
    <p:sldLayoutId xmlns:r="http://schemas.openxmlformats.org/officeDocument/2006/relationships" id="2147483662" r:id="R94237af5b91b4fe3"/>
    <p:sldLayoutId xmlns:r="http://schemas.openxmlformats.org/officeDocument/2006/relationships" id="2147483663" r:id="Rcb8fbdf01b984ad2"/>
    <p:sldLayoutId xmlns:r="http://schemas.openxmlformats.org/officeDocument/2006/relationships" id="2147483664" r:id="Rcc72e7266d9c4c69"/>
    <p:sldLayoutId xmlns:r="http://schemas.openxmlformats.org/officeDocument/2006/relationships" id="2147483665" r:id="R1fb2ec02e1f54eec"/>
    <p:sldLayoutId xmlns:r="http://schemas.openxmlformats.org/officeDocument/2006/relationships" id="2147483666" r:id="Ra97cd1d4a2ff47fb"/>
    <p:sldLayoutId xmlns:r="http://schemas.openxmlformats.org/officeDocument/2006/relationships" id="2147483667" r:id="R3c6bdb4cf0424310"/>
    <p:sldLayoutId xmlns:r="http://schemas.openxmlformats.org/officeDocument/2006/relationships" id="2147483668" r:id="R342bd18c90de4732"/>
    <p:sldLayoutId xmlns:r="http://schemas.openxmlformats.org/officeDocument/2006/relationships" id="2147483669" r:id="R93002924c1fa4fa5"/>
    <p:sldLayoutId xmlns:r="http://schemas.openxmlformats.org/officeDocument/2006/relationships" id="2147483670" r:id="Rcf03427732964941"/>
    <p:sldLayoutId xmlns:r="http://schemas.openxmlformats.org/officeDocument/2006/relationships" id="2147483671" r:id="R0ca4716f46674792"/>
    <p:sldLayoutId xmlns:r="http://schemas.openxmlformats.org/officeDocument/2006/relationships" id="2147483672" r:id="R04c86a9903e64518"/>
    <p:sldLayoutId xmlns:r="http://schemas.openxmlformats.org/officeDocument/2006/relationships" id="2147483673" r:id="R1241f7e1f495416e"/>
    <p:sldLayoutId xmlns:r="http://schemas.openxmlformats.org/officeDocument/2006/relationships" id="2147483674" r:id="R6574490bc6c64852"/>
    <p:sldLayoutId xmlns:r="http://schemas.openxmlformats.org/officeDocument/2006/relationships" id="2147483675" r:id="R1e3ff88efa3247c8"/>
    <p:sldLayoutId xmlns:r="http://schemas.openxmlformats.org/officeDocument/2006/relationships" id="2147483676" r:id="Rda66ebb1765a4bda"/>
    <p:sldLayoutId xmlns:r="http://schemas.openxmlformats.org/officeDocument/2006/relationships" id="2147483677" r:id="R5807475156a647f5"/>
    <p:sldLayoutId xmlns:r="http://schemas.openxmlformats.org/officeDocument/2006/relationships" id="2147483678" r:id="R71b82f8473e44ba1"/>
    <p:sldLayoutId xmlns:r="http://schemas.openxmlformats.org/officeDocument/2006/relationships" id="2147483679" r:id="R7f41f281ba164afa"/>
    <p:sldLayoutId xmlns:r="http://schemas.openxmlformats.org/officeDocument/2006/relationships" id="2147483680" r:id="R523d57f90dc04f3a"/>
    <p:sldLayoutId xmlns:r="http://schemas.openxmlformats.org/officeDocument/2006/relationships" id="2147483681" r:id="R658bbb86261f4161"/>
    <p:sldLayoutId xmlns:r="http://schemas.openxmlformats.org/officeDocument/2006/relationships" id="2147483682" r:id="R243f68f2ed1247d9"/>
    <p:sldLayoutId xmlns:r="http://schemas.openxmlformats.org/officeDocument/2006/relationships" id="2147483683" r:id="R730513dfe7344a42"/>
    <p:sldLayoutId xmlns:r="http://schemas.openxmlformats.org/officeDocument/2006/relationships" id="2147483684" r:id="R0e8dd60434c548e4"/>
    <p:sldLayoutId xmlns:r="http://schemas.openxmlformats.org/officeDocument/2006/relationships" id="2147483685" r:id="R8902f16296364dd9"/>
    <p:sldLayoutId xmlns:r="http://schemas.openxmlformats.org/officeDocument/2006/relationships" id="2147483686" r:id="Rd86a646652654b6d"/>
    <p:sldLayoutId xmlns:r="http://schemas.openxmlformats.org/officeDocument/2006/relationships" id="2147483687" r:id="R4de11403e4994c62"/>
    <p:sldLayoutId xmlns:r="http://schemas.openxmlformats.org/officeDocument/2006/relationships" id="2147483688" r:id="R75f93e86b56346d9"/>
  </p:sldLayoutIdLst>
  <p:hf hdr="0"/>
  <p:txStyles>
    <p:titleStyle>
      <a:lvl1pPr xmlns:a="http://schemas.openxmlformats.org/drawingml/2006/main" algn="l" defTabSz="914400">
        <a:lnSpc>
          <a:spcPct val="95000"/>
        </a:lnSpc>
        <a:spcBef>
          <a:spcPct val="0"/>
        </a:spcBef>
        <a:buNone/>
        <a:defRPr sz="2400" b="1" i="0" kern="1200" baseline="0">
          <a:solidFill>
            <a:schemeClr val="tx1"/>
          </a:solidFill>
          <a:latin typeface="+mn-lt"/>
          <a:ea typeface="+mn-lt"/>
          <a:cs typeface="+mn-lt"/>
        </a:defRPr>
      </a:lvl1pPr>
    </p:titleStyle>
    <p:bodyStyle>
      <a:lvl1pPr xmlns:a="http://schemas.openxmlformats.org/drawingml/2006/main" marL="0" marR="0" indent="0" algn="l" defTabSz="914400">
        <a:lnSpc>
          <a:spcPct val="95000"/>
        </a:lnSpc>
        <a:spcBef>
          <a:spcPts val="600"/>
        </a:spcBef>
        <a:spcAft>
          <a:spcPts val="0"/>
        </a:spcAft>
        <a:buClrTx/>
        <a:buSzTx/>
        <a:buFont typeface="System Font Regular"/>
        <a:buNone/>
        <a:defRPr sz="1800" b="0" i="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65760" marR="0" indent="-182880" algn="l" defTabSz="914400">
        <a:lnSpc>
          <a:spcPct val="95000"/>
        </a:lnSpc>
        <a:spcBef>
          <a:spcPts val="600"/>
        </a:spcBef>
        <a:spcAft>
          <a:spcPts val="0"/>
        </a:spcAft>
        <a:buClrTx/>
        <a:buSzPct val="100000"/>
        <a:buFont typeface="Arial"/>
        <a:buChar char="•"/>
        <a:defRPr sz="1800" b="0" i="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47688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defRPr sz="16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3pPr>
      <a:lvl4pPr xmlns:a="http://schemas.openxmlformats.org/drawingml/2006/main" marL="730250" marR="0" indent="-182563" algn="l" defTabSz="914400">
        <a:lnSpc>
          <a:spcPct val="95000"/>
        </a:lnSpc>
        <a:spcBef>
          <a:spcPts val="400"/>
        </a:spcBef>
        <a:spcAft>
          <a:spcPts val="0"/>
        </a:spcAft>
        <a:buClrTx/>
        <a:buSzPct val="100000"/>
        <a:buFont typeface="Arial"/>
        <a:buChar char="•"/>
        <a:defRPr sz="14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4pPr>
      <a:lvl5pPr xmlns:a="http://schemas.openxmlformats.org/drawingml/2006/main" marL="914400" marR="0" indent="-182880" algn="l" defTabSz="914400">
        <a:lnSpc>
          <a:spcPct val="95000"/>
        </a:lnSpc>
        <a:spcBef>
          <a:spcPts val="400"/>
        </a:spcBef>
        <a:spcAft>
          <a:spcPts val="0"/>
        </a:spcAft>
        <a:buClrTx/>
        <a:buSzTx/>
        <a:buFont typeface="System Font Regular"/>
        <a:buChar char="•"/>
        <a:defRPr sz="1200" kern="1200">
          <a:solidFill>
            <a:schemeClr val="tx1"/>
          </a:solidFill>
          <a:latin typeface="Oracle Sans Tab Light"/>
          <a:ea typeface="Oracle Sans Tab Light"/>
          <a:cs typeface="Oracle Sans Tab Light"/>
        </a:defRPr>
      </a:lvl5pPr>
      <a:lvl6pPr xmlns:a="http://schemas.openxmlformats.org/drawingml/2006/main" marL="1097280" indent="-182880" algn="l" defTabSz="914400">
        <a:lnSpc>
          <a:spcPct val="95000"/>
        </a:lnSpc>
        <a:spcBef>
          <a:spcPts val="400"/>
        </a:spcBef>
        <a:spcAft>
          <a:spcPts val="0"/>
        </a:spcAft>
        <a:buSzPct val="100000"/>
        <a:buFont typeface="Arial"/>
        <a:buChar char="•"/>
        <a:defRPr sz="1200" b="0" i="0" kern="1200">
          <a:solidFill>
            <a:schemeClr val="tx1"/>
          </a:solidFill>
          <a:latin typeface="Oracle Sans Light"/>
          <a:ea typeface="Oracle Sans Light"/>
          <a:cs typeface="Oracle Sans Light"/>
        </a:defRPr>
      </a:lvl6pPr>
      <a:lvl7pPr xmlns:a="http://schemas.openxmlformats.org/drawingml/2006/main" marL="1280160" indent="-182880" algn="l" defTabSz="914400">
        <a:lnSpc>
          <a:spcPct val="95000"/>
        </a:lnSpc>
        <a:spcBef>
          <a:spcPts val="400"/>
        </a:spcBef>
        <a:spcAft>
          <a:spcPts val="0"/>
        </a:spcAft>
        <a:buFont typeface="Arial"/>
        <a:buChar char="•"/>
        <a:defRPr sz="1200" b="0" i="0" kern="1200">
          <a:solidFill>
            <a:schemeClr val="tx1"/>
          </a:solidFill>
          <a:latin typeface="Oracle Sans Light"/>
          <a:ea typeface="Oracle Sans Light"/>
          <a:cs typeface="Oracle Sans Ligh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xmlns:a="http://schemas.openxmlformats.org/drawingml/2006/main" val="F26B43"/>
          </p15:clr>
        </p15:guide>
        <p15:guide id="2" pos="3840">
          <p15:clr>
            <a:srgbClr xmlns:a="http://schemas.openxmlformats.org/drawingml/2006/main" val="F26B43"/>
          </p15:clr>
        </p15:guide>
        <p15:guide id="3" orient="horz" pos="1008">
          <p15:clr>
            <a:srgbClr xmlns:a="http://schemas.openxmlformats.org/drawingml/2006/main" val="F26B43"/>
          </p15:clr>
        </p15:guide>
        <p15:guide id="4" orient="horz" pos="3852">
          <p15:clr>
            <a:srgbClr xmlns:a="http://schemas.openxmlformats.org/drawingml/2006/main" val="F26B43"/>
          </p15:clr>
        </p15:guide>
        <p15:guide id="5" pos="480">
          <p15:clr>
            <a:srgbClr xmlns:a="http://schemas.openxmlformats.org/drawingml/2006/main" val="F26B43"/>
          </p15:clr>
        </p15:guide>
        <p15:guide id="6" orient="horz" pos="795">
          <p15:clr>
            <a:srgbClr xmlns:a="http://schemas.openxmlformats.org/drawingml/2006/main" val="F26B43"/>
          </p15:clr>
        </p15:guide>
        <p15:guide id="7" orient="horz" pos="590">
          <p15:clr>
            <a:srgbClr xmlns:a="http://schemas.openxmlformats.org/drawingml/2006/main" val="F26B43"/>
          </p15:clr>
        </p15:guide>
        <p15:guide id="8" pos="7212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OTa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cd1c7e2c1745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183112" y="6355080"/>
            <a:ext cx="502920" cy="502920"/>
          </a:xfrm>
          <a:prstGeom xmlns:a="http://schemas.openxmlformats.org/drawingml/2006/main" prst="rect">
            <a:avLst/>
          </a:prstGeom>
        </p:spPr>
      </p:pic>
      <p:sp>
        <p:nvSpPr>
          <p:cNvPr id="14" name="Title">
            <a:extLst xmlns:a="http://schemas.openxmlformats.org/drawingml/2006/main">
              <a:ext uri="{FF2B5EF4-FFF2-40B4-BE49-F238E27FC236}">
                <a16:creationId xmlns:a16="http://schemas.microsoft.com/office/drawing/2014/main" id="{F0C18C47-A1DD-4F43-A8AB-F2F5DF4E80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75" y="182403"/>
            <a:ext cx="10671048" cy="8229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marL="0" lvl="0" indent="0">
              <a:spcBef>
                <a:spcPts val="1000"/>
              </a:spcBef>
              <a:buFont typeface="Arial"/>
              <a:buNone/>
            </a:pPr>
            <a:r>
              <a:t>Title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076D7C5-C8B8-4657-AE43-B155E4B7D91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762000" y="6423660"/>
            <a:ext cx="365760" cy="3657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fld id="{345D60D9-5372-5F40-9443-0F9AE5BDC3C8}" type="slidenum">
              <a:t>‹#›</a:t>
            </a:fld>
          </a:p>
        </p:txBody>
      </p:sp>
      <p:sp>
        <p:nvSpPr>
          <p:cNvPr id="17" name="Footer">
            <a:extLst xmlns:a="http://schemas.openxmlformats.org/drawingml/2006/main">
              <a:ext uri="{FF2B5EF4-FFF2-40B4-BE49-F238E27FC236}">
                <a16:creationId xmlns:a16="http://schemas.microsoft.com/office/drawing/2014/main" id="{F2052439-E85C-4DBE-8D4D-C9AFB878E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127759" y="6423978"/>
            <a:ext cx="574537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 algn="l"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Copyright © 2022, Oracle and/or its affiliates | Confidential: Internal/Restricted/Highly Restricted</a:t>
            </a:r>
          </a:p>
        </p:txBody>
      </p:sp>
      <p:sp>
        <p:nvSpPr>
          <p:cNvPr id="18" name="Date">
            <a:extLst xmlns:a="http://schemas.openxmlformats.org/drawingml/2006/main">
              <a:ext uri="{FF2B5EF4-FFF2-40B4-BE49-F238E27FC236}">
                <a16:creationId xmlns:a16="http://schemas.microsoft.com/office/drawing/2014/main" id="{6CD721F1-A990-40E0-BF29-052370E467C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873138" y="6425604"/>
            <a:ext cx="2743200" cy="3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ctr"/>
          <a:lstStyle xmlns:a="http://schemas.openxmlformats.org/drawingml/2006/main">
            <a:lvl1pPr>
              <a:buNone/>
              <a:defRPr sz="900">
                <a:solidFill>
                  <a:srgbClr val="8B8580"/>
                </a:solidFill>
              </a:defRPr>
            </a:lvl1pPr>
          </a:lstStyle>
          <a:p xmlns:a="http://schemas.openxmlformats.org/drawingml/2006/main">
            <a:r>
              <a:t>[Date]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90" r:id="R4ce99c382ebd400c"/>
    <p:sldLayoutId xmlns:r="http://schemas.openxmlformats.org/officeDocument/2006/relationships" id="2147483691" r:id="R1bc0dca03ca245f0"/>
    <p:sldLayoutId xmlns:r="http://schemas.openxmlformats.org/officeDocument/2006/relationships" id="2147483692" r:id="R08912057146c4a3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Oracle Sans Tab"/>
          <a:ea typeface="Oracle Sans Tab"/>
          <a:cs typeface="Oracle Sans Tab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8fe89faf7c4085" /><Relationship Type="http://schemas.openxmlformats.org/officeDocument/2006/relationships/notesSlide" Target="/ppt/notesSlides/notesSlide1.xml" Id="R792d1d6884684b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405d5210c1714f6d" /><Relationship Type="http://schemas.openxmlformats.org/officeDocument/2006/relationships/image" Target="/ppt/media/image4.png" Id="R0de76738fa144201" /><Relationship Type="http://schemas.openxmlformats.org/officeDocument/2006/relationships/image" Target="/ppt/media/image5.png" Id="R5b43c99f68324c77" /><Relationship Type="http://schemas.openxmlformats.org/officeDocument/2006/relationships/image" Target="/ppt/media/image6.png" Id="R4f389d4e8ad14c4e" /><Relationship Type="http://schemas.openxmlformats.org/officeDocument/2006/relationships/image" Target="/ppt/media/image7.png" Id="Rf1f108ae892548e7" /><Relationship Type="http://schemas.openxmlformats.org/officeDocument/2006/relationships/image" Target="/ppt/media/image8.png" Id="R414fe5628bab47ad" /><Relationship Type="http://schemas.openxmlformats.org/officeDocument/2006/relationships/image" Target="/ppt/media/image9.png" Id="R66188ccca63f4660" /><Relationship Type="http://schemas.openxmlformats.org/officeDocument/2006/relationships/image" Target="/ppt/media/image10.png" Id="R32a7766fee614ef2" /><Relationship Type="http://schemas.openxmlformats.org/officeDocument/2006/relationships/notesSlide" Target="/ppt/notesSlides/notesSlide2.xml" Id="R93f493a76cdf4f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06c005b9ba114375" /><Relationship Type="http://schemas.openxmlformats.org/officeDocument/2006/relationships/image" Target="/ppt/media/image11.png" Id="R548c25ef199b4998" /><Relationship Type="http://schemas.openxmlformats.org/officeDocument/2006/relationships/image" Target="/ppt/media/image12.png" Id="Rc2d1a8fe70ec4e87" /><Relationship Type="http://schemas.openxmlformats.org/officeDocument/2006/relationships/image" Target="/ppt/media/image13.png" Id="R3c2a3bce9ab34d97" /><Relationship Type="http://schemas.openxmlformats.org/officeDocument/2006/relationships/image" Target="/ppt/media/image14.png" Id="Rd5ec70de597c4eb5" /><Relationship Type="http://schemas.openxmlformats.org/officeDocument/2006/relationships/notesSlide" Target="/ppt/notesSlides/notesSlide3.xml" Id="Rd4826ac92a284f9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CFBBFD4-26EC-4320-A538-380534A0D7A2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Resilient multi-region OCI Queue</a:t>
            </a:r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5ED63190-E258-401C-B263-7C0ABE401913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architecture for Spring Boot and Consumer Groups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1485BB0-72BC-4ECC-9208-FB92DB128D57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architecture • 2026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B321296B-7E85-4A0B-B1CC-3457E42B0D6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Spring Boot + OCI Queue</a:t>
            </a:r>
          </a:p>
        </p:txBody>
      </p:sp>
    </p:spTree>
    <p:extLst>
      <p:ext uri="{BB962C8B-B14F-4D97-AF65-F5344CB8AC3E}">
        <p14:creationId xmlns:p14="http://schemas.microsoft.com/office/powerpoint/2010/main" val="25718412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BD9FA4C-D61B-4C0D-9E8E-B79991D4C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58" y="182404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High-level architecture — fan-out and regional continuity</a:t>
            </a:r>
          </a:p>
        </p:txBody>
      </p:sp>
      <p:sp>
        <p:nvSpPr>
          <p:cNvPr id="5" name="Rectangle: Rounded Corners 92">
            <a:extLst xmlns:a="http://schemas.openxmlformats.org/drawingml/2006/main">
              <a:ext uri="{FF2B5EF4-FFF2-40B4-BE49-F238E27FC236}">
                <a16:creationId xmlns:a16="http://schemas.microsoft.com/office/drawing/2014/main" id="{E23E924E-F08D-4220-99EE-8C868016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10219" y="1639956"/>
            <a:ext cx="7772400" cy="4572000"/>
          </a:xfrm>
          <a:prstGeom xmlns:a="http://schemas.openxmlformats.org/drawingml/2006/main" prst="roundRect">
            <a:avLst>
              <a:gd name="adj" fmla="val 56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— multi-region architecture</a:t>
            </a:r>
          </a:p>
        </p:txBody>
      </p:sp>
      <p:sp>
        <p:nvSpPr>
          <p:cNvPr id="6" name="Rectangle: Rounded Corners 93">
            <a:extLst xmlns:a="http://schemas.openxmlformats.org/drawingml/2006/main">
              <a:ext uri="{FF2B5EF4-FFF2-40B4-BE49-F238E27FC236}">
                <a16:creationId xmlns:a16="http://schemas.microsoft.com/office/drawing/2014/main" id="{6D5A37A2-671D-485C-9DEB-E9B458D6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3691" y="1639956"/>
            <a:ext cx="1371600" cy="457200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Event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systems</a:t>
            </a:r>
          </a:p>
        </p:txBody>
      </p:sp>
      <p:sp>
        <p:nvSpPr>
          <p:cNvPr id="7" name="Rectangle: Rounded Corners 94">
            <a:extLst xmlns:a="http://schemas.openxmlformats.org/drawingml/2006/main">
              <a:ext uri="{FF2B5EF4-FFF2-40B4-BE49-F238E27FC236}">
                <a16:creationId xmlns:a16="http://schemas.microsoft.com/office/drawing/2014/main" id="{E6935A37-E8CA-4594-BC62-C031026E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6710" y="1639956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IAM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&amp; APIs</a:t>
            </a:r>
          </a:p>
        </p:txBody>
      </p:sp>
      <p:sp>
        <p:nvSpPr>
          <p:cNvPr id="8" name="Rectangle: Rounded Corners 95">
            <a:extLst xmlns:a="http://schemas.openxmlformats.org/drawingml/2006/main">
              <a:ext uri="{FF2B5EF4-FFF2-40B4-BE49-F238E27FC236}">
                <a16:creationId xmlns:a16="http://schemas.microsoft.com/office/drawing/2014/main" id="{843DDD45-31C7-415E-B01D-CCE31343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76710" y="3971676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Operations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&amp; SRE</a:t>
            </a:r>
          </a:p>
        </p:txBody>
      </p:sp>
      <p:sp>
        <p:nvSpPr>
          <p:cNvPr id="9" name="clientes">
            <a:extLst xmlns:a="http://schemas.openxmlformats.org/drawingml/2006/main">
              <a:ext uri="{FF2B5EF4-FFF2-40B4-BE49-F238E27FC236}">
                <a16:creationId xmlns:a16="http://schemas.microsoft.com/office/drawing/2014/main" id="{32AAB6D4-5936-48FB-A58A-B23E65F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86050"/>
            <a:ext cx="1076325" cy="1428750"/>
          </a:xfrm>
          <a:prstGeom xmlns:a="http://schemas.openxmlformats.org/drawingml/2006/main" prst="roundRect">
            <a:avLst>
              <a:gd name="adj" fmla="val 10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76738fa144201"/>
          <a:stretch xmlns:a="http://schemas.openxmlformats.org/drawingml/2006/main"/>
        </p:blipFill>
        <p:spPr>
          <a:xfrm xmlns:a="http://schemas.openxmlformats.org/drawingml/2006/main">
            <a:off x="1123950" y="290512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1" name="clientes-label">
            <a:extLst xmlns:a="http://schemas.openxmlformats.org/drawingml/2006/main">
              <a:ext uri="{FF2B5EF4-FFF2-40B4-BE49-F238E27FC236}">
                <a16:creationId xmlns:a16="http://schemas.microsoft.com/office/drawing/2014/main" id="{FBBBF4C1-F18D-4D2C-812A-937CD942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95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APIs • jobs</a:t>
            </a:r>
          </a:p>
          <a:p xmlns:a="http://schemas.openxmlformats.org/drawingml/2006/main">
            <a:pPr>
              <a:buNone/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integrations</a:t>
            </a:r>
          </a:p>
        </p:txBody>
      </p:sp>
      <p:sp>
        <p:nvSpPr>
          <p:cNvPr id="12" name="spring-boot">
            <a:extLst xmlns:a="http://schemas.openxmlformats.org/drawingml/2006/main">
              <a:ext uri="{FF2B5EF4-FFF2-40B4-BE49-F238E27FC236}">
                <a16:creationId xmlns:a16="http://schemas.microsoft.com/office/drawing/2014/main" id="{815C5FE9-3E1B-4681-8EEC-25087BA7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447925"/>
            <a:ext cx="2095500" cy="1466850"/>
          </a:xfrm>
          <a:prstGeom xmlns:a="http://schemas.openxmlformats.org/drawingml/2006/main" prst="roundRect">
            <a:avLst>
              <a:gd name="adj" fmla="val 77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3c99f68324c77"/>
          <a:stretch xmlns:a="http://schemas.openxmlformats.org/drawingml/2006/main"/>
        </p:blipFill>
        <p:spPr>
          <a:xfrm xmlns:a="http://schemas.openxmlformats.org/drawingml/2006/main">
            <a:off x="2705100" y="268605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4" name="spring-boot-title">
            <a:extLst xmlns:a="http://schemas.openxmlformats.org/drawingml/2006/main">
              <a:ext uri="{FF2B5EF4-FFF2-40B4-BE49-F238E27FC236}">
                <a16:creationId xmlns:a16="http://schemas.microsoft.com/office/drawing/2014/main" id="{9FB94B01-63C4-4CBA-9C54-7DE16FDA6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57475"/>
            <a:ext cx="1123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064B57"/>
                </a:solidFill>
              </a:defRPr>
            </a:pPr>
            <a:r>
              <a:rPr sz="1350" b="1">
                <a:solidFill>
                  <a:srgbClr val="064B57"/>
                </a:solidFill>
              </a:rPr>
              <a:t>Spring Boot</a:t>
            </a:r>
          </a:p>
        </p:txBody>
      </p:sp>
      <p:sp>
        <p:nvSpPr>
          <p:cNvPr id="15" name="spring-boot-body">
            <a:extLst xmlns:a="http://schemas.openxmlformats.org/drawingml/2006/main">
              <a:ext uri="{FF2B5EF4-FFF2-40B4-BE49-F238E27FC236}">
                <a16:creationId xmlns:a16="http://schemas.microsoft.com/office/drawing/2014/main" id="{D49916BA-9F40-4310-A26F-EBCE0DF1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200400"/>
            <a:ext cx="171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0">
                <a:solidFill>
                  <a:srgbClr val="312D2A"/>
                </a:solidFill>
              </a:defRPr>
            </a:pPr>
            <a:r>
              <a:rPr sz="975" b="0">
                <a:solidFill>
                  <a:srgbClr val="312D2A"/>
                </a:solidFill>
              </a:rPr>
              <a:t>Producer • attributes</a:t>
            </a:r>
          </a:p>
          <a:p xmlns:a="http://schemas.openxmlformats.org/drawingml/2006/main">
            <a:pPr>
              <a:buNone/>
              <a:defRPr sz="975" b="0">
                <a:solidFill>
                  <a:srgbClr val="312D2A"/>
                </a:solidFill>
              </a:defRPr>
            </a:pPr>
            <a:r>
              <a:rPr sz="975" b="0">
                <a:solidFill>
                  <a:srgbClr val="312D2A"/>
                </a:solidFill>
              </a:rPr>
              <a:t>Consumer • handler</a:t>
            </a:r>
          </a:p>
        </p:txBody>
      </p:sp>
      <p:sp>
        <p:nvSpPr>
          <p:cNvPr id="16" name="ha-cache-router">
            <a:extLst xmlns:a="http://schemas.openxmlformats.org/drawingml/2006/main">
              <a:ext uri="{FF2B5EF4-FFF2-40B4-BE49-F238E27FC236}">
                <a16:creationId xmlns:a16="http://schemas.microsoft.com/office/drawing/2014/main" id="{523DFD8B-8938-417F-93BC-16BC7C5D0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647950"/>
            <a:ext cx="16954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2F5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064B57"/>
                </a:solidFill>
              </a:defRPr>
            </a:pPr>
            <a:r>
              <a:rPr sz="975" b="1">
                <a:solidFill>
                  <a:srgbClr val="064B57"/>
                </a:solidFill>
              </a:rPr>
              <a:t>QueuePublisher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975" b="1">
                <a:solidFill>
                  <a:srgbClr val="064B57"/>
                </a:solidFill>
              </a:defRPr>
            </a:pPr>
            <a:r>
              <a:rPr sz="975" b="1">
                <a:solidFill>
                  <a:srgbClr val="064B57"/>
                </a:solidFill>
              </a:rPr>
              <a:t>retry + backoff</a:t>
            </a:r>
          </a:p>
          <a:p xmlns:a="http://schemas.openxmlformats.org/drawingml/2006/main">
            <a:pPr>
              <a:buNone/>
              <a:defRPr sz="975" b="1">
                <a:solidFill>
                  <a:srgbClr val="064B57"/>
                </a:solidFill>
              </a:defRPr>
            </a:pPr>
            <a:r>
              <a:rPr sz="975" b="1">
                <a:solidFill>
                  <a:srgbClr val="064B57"/>
                </a:solidFill>
              </a:rPr>
              <a:t>circuit breaker</a:t>
            </a:r>
          </a:p>
        </p:txBody>
      </p:sp>
      <p:sp>
        <p:nvSpPr>
          <p:cNvPr id="17" name="cache-active">
            <a:extLst xmlns:a="http://schemas.openxmlformats.org/drawingml/2006/main">
              <a:ext uri="{FF2B5EF4-FFF2-40B4-BE49-F238E27FC236}">
                <a16:creationId xmlns:a16="http://schemas.microsoft.com/office/drawing/2014/main" id="{15AED6DB-680E-42D3-91A1-13048E34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EAF2EA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389d4e8ad14c4e"/>
          <a:stretch xmlns:a="http://schemas.openxmlformats.org/drawingml/2006/main"/>
        </p:blipFill>
        <p:spPr>
          <a:xfrm xmlns:a="http://schemas.openxmlformats.org/drawingml/2006/main">
            <a:off x="7162800" y="235267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19" name="pill-ATIVA • REGIÃO A">
            <a:extLst xmlns:a="http://schemas.openxmlformats.org/drawingml/2006/main">
              <a:ext uri="{FF2B5EF4-FFF2-40B4-BE49-F238E27FC236}">
                <a16:creationId xmlns:a16="http://schemas.microsoft.com/office/drawing/2014/main" id="{B3C29012-B61C-4ECF-8694-72EF8E82C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66950"/>
            <a:ext cx="138112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59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ACTIVE • REGION A</a:t>
            </a:r>
          </a:p>
        </p:txBody>
      </p:sp>
      <p:sp>
        <p:nvSpPr>
          <p:cNvPr id="20" name="cache-active-title">
            <a:extLst xmlns:a="http://schemas.openxmlformats.org/drawingml/2006/main">
              <a:ext uri="{FF2B5EF4-FFF2-40B4-BE49-F238E27FC236}">
                <a16:creationId xmlns:a16="http://schemas.microsoft.com/office/drawing/2014/main" id="{8A929241-DC93-40E1-9BD8-B4FEBE6E9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638425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12D2A"/>
                </a:solidFill>
              </a:defRPr>
            </a:pPr>
            <a:r>
              <a:rPr sz="1425" b="1">
                <a:solidFill>
                  <a:srgbClr val="312D2A"/>
                </a:solidFill>
              </a:rPr>
              <a:t>OCI Queue</a:t>
            </a:r>
          </a:p>
        </p:txBody>
      </p:sp>
      <p:sp>
        <p:nvSpPr>
          <p:cNvPr id="21" name="cache-active-body">
            <a:extLst xmlns:a="http://schemas.openxmlformats.org/drawingml/2006/main">
              <a:ext uri="{FF2B5EF4-FFF2-40B4-BE49-F238E27FC236}">
                <a16:creationId xmlns:a16="http://schemas.microsoft.com/office/drawing/2014/main" id="{9C2537E7-87EB-46B9-94B2-5888C2C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29908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fan-out • filters</a:t>
            </a:r>
          </a:p>
          <a:p xmlns:a="http://schemas.openxmlformats.org/drawingml/2006/main">
            <a:pPr>
              <a:buNone/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consumer groups</a:t>
            </a:r>
          </a:p>
        </p:txBody>
      </p:sp>
      <p:sp>
        <p:nvSpPr>
          <p:cNvPr id="22" name="cache-standby">
            <a:extLst xmlns:a="http://schemas.openxmlformats.org/drawingml/2006/main">
              <a:ext uri="{FF2B5EF4-FFF2-40B4-BE49-F238E27FC236}">
                <a16:creationId xmlns:a16="http://schemas.microsoft.com/office/drawing/2014/main" id="{736641F4-B2B5-4194-8C6E-3835C73F3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86200"/>
            <a:ext cx="2571750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8ECE5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f108ae892548e7"/>
          <a:stretch xmlns:a="http://schemas.openxmlformats.org/drawingml/2006/main"/>
        </p:blipFill>
        <p:spPr>
          <a:xfrm xmlns:a="http://schemas.openxmlformats.org/drawingml/2006/main">
            <a:off x="7162800" y="418147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24" name="pill-STANDBY • REGIÃO B">
            <a:extLst xmlns:a="http://schemas.openxmlformats.org/drawingml/2006/main">
              <a:ext uri="{FF2B5EF4-FFF2-40B4-BE49-F238E27FC236}">
                <a16:creationId xmlns:a16="http://schemas.microsoft.com/office/drawing/2014/main" id="{064D3052-E640-41DE-818D-C4C89C3D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57650"/>
            <a:ext cx="15240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562C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STANDBY • REGION B</a:t>
            </a:r>
          </a:p>
        </p:txBody>
      </p:sp>
      <p:sp>
        <p:nvSpPr>
          <p:cNvPr id="25" name="cache-standby-title">
            <a:extLst xmlns:a="http://schemas.openxmlformats.org/drawingml/2006/main">
              <a:ext uri="{FF2B5EF4-FFF2-40B4-BE49-F238E27FC236}">
                <a16:creationId xmlns:a16="http://schemas.microsoft.com/office/drawing/2014/main" id="{8D507723-F29E-4A01-847B-C492C2A84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457700"/>
            <a:ext cx="1381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312D2A"/>
                </a:solidFill>
              </a:defRPr>
            </a:pPr>
            <a:r>
              <a:rPr sz="1425" b="1">
                <a:solidFill>
                  <a:srgbClr val="312D2A"/>
                </a:solidFill>
              </a:rPr>
              <a:t>OCI Queue</a:t>
            </a:r>
          </a:p>
        </p:txBody>
      </p:sp>
      <p:sp>
        <p:nvSpPr>
          <p:cNvPr id="26" name="cache-standby-body">
            <a:extLst xmlns:a="http://schemas.openxmlformats.org/drawingml/2006/main">
              <a:ext uri="{FF2B5EF4-FFF2-40B4-BE49-F238E27FC236}">
                <a16:creationId xmlns:a16="http://schemas.microsoft.com/office/drawing/2014/main" id="{24D8B12F-2985-4E68-89B6-6B81CB4D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4810125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pre-provisioned</a:t>
            </a:r>
          </a:p>
          <a:p xmlns:a="http://schemas.openxmlformats.org/drawingml/2006/main">
            <a:pPr>
              <a:buNone/>
              <a:defRPr sz="900" b="0">
                <a:solidFill>
                  <a:srgbClr val="312D2A"/>
                </a:solidFill>
              </a:defRPr>
            </a:pPr>
            <a:r>
              <a:rPr sz="900" b="0">
                <a:solidFill>
                  <a:srgbClr val="312D2A"/>
                </a:solidFill>
              </a:rPr>
              <a:t>via IaC</a:t>
            </a:r>
          </a:p>
        </p:txBody>
      </p:sp>
      <p:sp>
        <p:nvSpPr>
          <p:cNvPr id="27" name="vault">
            <a:extLst xmlns:a="http://schemas.openxmlformats.org/drawingml/2006/main">
              <a:ext uri="{FF2B5EF4-FFF2-40B4-BE49-F238E27FC236}">
                <a16:creationId xmlns:a16="http://schemas.microsoft.com/office/drawing/2014/main" id="{DF3245D1-14E2-4012-B6EB-0CC37017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333875"/>
            <a:ext cx="18097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4fe5628bab47ad"/>
          <a:stretch xmlns:a="http://schemas.openxmlformats.org/drawingml/2006/main"/>
        </p:blipFill>
        <p:spPr>
          <a:xfrm xmlns:a="http://schemas.openxmlformats.org/drawingml/2006/main">
            <a:off x="5029200" y="45529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9" name="vault-label">
            <a:extLst xmlns:a="http://schemas.openxmlformats.org/drawingml/2006/main">
              <a:ext uri="{FF2B5EF4-FFF2-40B4-BE49-F238E27FC236}">
                <a16:creationId xmlns:a16="http://schemas.microsoft.com/office/drawing/2014/main" id="{981142F0-22D3-4B00-B5CF-56E3DA4C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4562475"/>
            <a:ext cx="9239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Vault + IAM</a:t>
            </a:r>
          </a:p>
          <a:p xmlns:a="http://schemas.openxmlformats.org/drawingml/2006/main">
            <a:pPr>
              <a:buNone/>
              <a:defRPr sz="975" b="1">
                <a:solidFill>
                  <a:srgbClr val="312D2A"/>
                </a:solidFill>
              </a:defRPr>
            </a:pPr>
            <a:r>
              <a:rPr sz="975" b="1">
                <a:solidFill>
                  <a:srgbClr val="312D2A"/>
                </a:solidFill>
              </a:rPr>
              <a:t>secrets • policies</a:t>
            </a:r>
          </a:p>
        </p:txBody>
      </p:sp>
      <p:sp>
        <p:nvSpPr>
          <p:cNvPr id="30" name="control-plane">
            <a:extLst xmlns:a="http://schemas.openxmlformats.org/drawingml/2006/main">
              <a:ext uri="{FF2B5EF4-FFF2-40B4-BE49-F238E27FC236}">
                <a16:creationId xmlns:a16="http://schemas.microsoft.com/office/drawing/2014/main" id="{27E8E387-29B5-4D54-B322-2819123B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209800"/>
            <a:ext cx="1066800" cy="1219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2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88ccca63f4660"/>
          <a:stretch xmlns:a="http://schemas.openxmlformats.org/drawingml/2006/main"/>
        </p:blipFill>
        <p:spPr>
          <a:xfrm xmlns:a="http://schemas.openxmlformats.org/drawingml/2006/main">
            <a:off x="10420350" y="237172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2" name="control-plane-label">
            <a:extLst xmlns:a="http://schemas.openxmlformats.org/drawingml/2006/main">
              <a:ext uri="{FF2B5EF4-FFF2-40B4-BE49-F238E27FC236}">
                <a16:creationId xmlns:a16="http://schemas.microsoft.com/office/drawing/2014/main" id="{E26B7381-9FB6-424F-B3B3-84F5C637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099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provision</a:t>
            </a:r>
          </a:p>
          <a:p xmlns:a="http://schemas.openxmlformats.org/drawingml/2006/main">
            <a:pPr>
              <a:buNone/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validate • promote</a:t>
            </a:r>
          </a:p>
        </p:txBody>
      </p:sp>
      <p:sp>
        <p:nvSpPr>
          <p:cNvPr id="33" name="observability">
            <a:extLst xmlns:a="http://schemas.openxmlformats.org/drawingml/2006/main">
              <a:ext uri="{FF2B5EF4-FFF2-40B4-BE49-F238E27FC236}">
                <a16:creationId xmlns:a16="http://schemas.microsoft.com/office/drawing/2014/main" id="{FBE2D860-A8AF-45CC-B2F5-33CF80EB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4457700"/>
            <a:ext cx="1066800" cy="12192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7766fee614ef2"/>
          <a:stretch xmlns:a="http://schemas.openxmlformats.org/drawingml/2006/main"/>
        </p:blipFill>
        <p:spPr>
          <a:xfrm xmlns:a="http://schemas.openxmlformats.org/drawingml/2006/main">
            <a:off x="10420350" y="4619625"/>
            <a:ext cx="666750" cy="666750"/>
          </a:xfrm>
          <a:prstGeom xmlns:a="http://schemas.openxmlformats.org/drawingml/2006/main" prst="rect">
            <a:avLst/>
          </a:prstGeom>
        </p:spPr>
      </p:pic>
      <p:sp>
        <p:nvSpPr>
          <p:cNvPr id="35" name="observability-label">
            <a:extLst xmlns:a="http://schemas.openxmlformats.org/drawingml/2006/main">
              <a:ext uri="{FF2B5EF4-FFF2-40B4-BE49-F238E27FC236}">
                <a16:creationId xmlns:a16="http://schemas.microsoft.com/office/drawing/2014/main" id="{404298B2-E392-4925-9805-A7EAC7B1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257800"/>
            <a:ext cx="904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backlog • DLQ</a:t>
            </a:r>
          </a:p>
          <a:p xmlns:a="http://schemas.openxmlformats.org/drawingml/2006/main">
            <a:pPr>
              <a:buNone/>
              <a:defRPr sz="750" b="1">
                <a:solidFill>
                  <a:srgbClr val="312D2A"/>
                </a:solidFill>
              </a:defRPr>
            </a:pPr>
            <a:r>
              <a:rPr sz="750" b="1">
                <a:solidFill>
                  <a:srgbClr val="312D2A"/>
                </a:solidFill>
              </a:rPr>
              <a:t>alerts • tracing</a:t>
            </a:r>
          </a:p>
        </p:txBody>
      </p:sp>
      <p:cxnSp>
        <p:nvCxnSpPr>
          <p:cNvPr id="265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1962150" y="3181350"/>
            <a:ext cx="571500" cy="2190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12D2A"/>
            </a:solidFill>
            <a:prstDash val="solid"/>
            <a:tailEnd type="arrow" w="med" len="med"/>
          </a:ln>
        </p:spPr>
      </p:cxnSp>
      <p:cxnSp>
        <p:nvCxnSpPr>
          <p:cNvPr id="266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629150" y="3181350"/>
            <a:ext cx="276225" cy="190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5964"/>
            </a:solidFill>
            <a:prstDash val="solid"/>
            <a:tailEnd type="arrow" w="med" len="med"/>
          </a:ln>
        </p:spPr>
      </p:cxnSp>
      <p:cxnSp>
        <p:nvCxnSpPr>
          <p:cNvPr id="267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6600825" y="2833688"/>
            <a:ext cx="400050" cy="366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4F7D59"/>
            </a:solidFill>
            <a:prstDash val="solid"/>
            <a:tailEnd type="arrow" w="med" len="med"/>
          </a:ln>
        </p:spPr>
      </p:cxnSp>
      <p:cxnSp>
        <p:nvCxnSpPr>
          <p:cNvPr id="268" name=""/>
          <p:cNvCxnSpPr>
            <a:stCxn xmlns:a="http://schemas.openxmlformats.org/drawingml/2006/main" id="16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6600825" y="3200400"/>
            <a:ext cx="400050" cy="1423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269" name=""/>
          <p:cNvCxnSpPr>
            <a:stCxn xmlns:a="http://schemas.openxmlformats.org/drawingml/2006/main" id="27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3581400" y="3914775"/>
            <a:ext cx="1276350" cy="919163"/>
          </a:xfrm>
          <a:prstGeom xmlns:a="http://schemas.openxmlformats.org/drawingml/2006/main" prst="bentConnector2">
            <a:avLst/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cxnSp>
        <p:nvCxnSpPr>
          <p:cNvPr id="270" name=""/>
          <p:cNvCxnSpPr>
            <a:stCxn xmlns:a="http://schemas.openxmlformats.org/drawingml/2006/main" id="30" idx="1"/>
            <a:endCxn xmlns:a="http://schemas.openxmlformats.org/drawingml/2006/main" id="22" idx="3"/>
          </p:cNvCxnSpPr>
          <p:nvPr/>
        </p:nvCxnSpPr>
        <p:spPr>
          <a:xfrm xmlns:a="http://schemas.openxmlformats.org/drawingml/2006/main" flipH="1">
            <a:off x="9572625" y="2819400"/>
            <a:ext cx="647700" cy="18049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271" name=""/>
          <p:cNvCxnSpPr>
            <a:stCxn xmlns:a="http://schemas.openxmlformats.org/drawingml/2006/main" id="17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572625" y="2833688"/>
            <a:ext cx="647700" cy="22336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cxnSp>
        <p:nvCxnSpPr>
          <p:cNvPr id="272" name=""/>
          <p:cNvCxnSpPr>
            <a:stCxn xmlns:a="http://schemas.openxmlformats.org/drawingml/2006/main" id="2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9572625" y="4624388"/>
            <a:ext cx="647700" cy="4429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sp>
        <p:nvSpPr>
          <p:cNvPr id="44" name="legend">
            <a:extLst xmlns:a="http://schemas.openxmlformats.org/drawingml/2006/main">
              <a:ext uri="{FF2B5EF4-FFF2-40B4-BE49-F238E27FC236}">
                <a16:creationId xmlns:a16="http://schemas.microsoft.com/office/drawing/2014/main" id="{2C2BC253-6787-49AE-A5B5-AE8BC6C5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715000"/>
            <a:ext cx="676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B6662"/>
                </a:solidFill>
              </a:defRPr>
            </a:pPr>
            <a:r>
              <a:rPr sz="825" b="0">
                <a:solidFill>
                  <a:srgbClr val="6B6662"/>
                </a:solidFill>
              </a:rPr>
              <a:t>Solid: events   •   Dashed: health, automation &amp; failover   •   Filters evaluated at publish time</a:t>
            </a:r>
          </a:p>
        </p:txBody>
      </p:sp>
    </p:spTree>
    <p:extLst>
      <p:ext uri="{BB962C8B-B14F-4D97-AF65-F5344CB8AC3E}">
        <p14:creationId xmlns:p14="http://schemas.microsoft.com/office/powerpoint/2010/main" val="45161143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C34E7BA7-C278-419A-B22D-C6460C19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68858" y="182404"/>
            <a:ext cx="10671048" cy="8229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Technical architecture — reliable OCI Queue flow</a:t>
            </a:r>
          </a:p>
        </p:txBody>
      </p:sp>
      <p:sp>
        <p:nvSpPr>
          <p:cNvPr id="93" name="Rectangle: Rounded Corners 92">
            <a:extLst xmlns:a="http://schemas.openxmlformats.org/drawingml/2006/main">
              <a:ext uri="{FF2B5EF4-FFF2-40B4-BE49-F238E27FC236}">
                <a16:creationId xmlns:a16="http://schemas.microsoft.com/office/drawing/2014/main" id="{E23E924E-F08D-4220-99EE-8C868016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2705" y="1646583"/>
            <a:ext cx="6778681" cy="4572000"/>
          </a:xfrm>
          <a:prstGeom xmlns:a="http://schemas.openxmlformats.org/drawingml/2006/main" prst="roundRect">
            <a:avLst>
              <a:gd name="adj" fmla="val 56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— active region</a:t>
            </a:r>
          </a:p>
        </p:txBody>
      </p:sp>
      <p:sp>
        <p:nvSpPr>
          <p:cNvPr id="94" name="Rectangle: Rounded Corners 93">
            <a:extLst xmlns:a="http://schemas.openxmlformats.org/drawingml/2006/main">
              <a:ext uri="{FF2B5EF4-FFF2-40B4-BE49-F238E27FC236}">
                <a16:creationId xmlns:a16="http://schemas.microsoft.com/office/drawing/2014/main" id="{6D5A37A2-671D-485C-9DEB-E9B458D6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22" y="1646583"/>
            <a:ext cx="1371600" cy="4572000"/>
          </a:xfrm>
          <a:prstGeom xmlns:a="http://schemas.openxmlformats.org/drawingml/2006/main" prst="roundRect">
            <a:avLst>
              <a:gd name="adj" fmla="val 1838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Event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systems</a:t>
            </a:r>
          </a:p>
        </p:txBody>
      </p:sp>
      <p:sp>
        <p:nvSpPr>
          <p:cNvPr id="95" name="Rectangle: Rounded Corners 94">
            <a:extLst xmlns:a="http://schemas.openxmlformats.org/drawingml/2006/main">
              <a:ext uri="{FF2B5EF4-FFF2-40B4-BE49-F238E27FC236}">
                <a16:creationId xmlns:a16="http://schemas.microsoft.com/office/drawing/2014/main" id="{E6935A37-E8CA-4594-BC62-C031026E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5478" y="1646583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OCI Control</a:t>
            </a:r>
          </a:p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Plane</a:t>
            </a:r>
          </a:p>
        </p:txBody>
      </p:sp>
      <p:sp>
        <p:nvSpPr>
          <p:cNvPr id="96" name="Rectangle: Rounded Corners 95">
            <a:extLst xmlns:a="http://schemas.openxmlformats.org/drawingml/2006/main">
              <a:ext uri="{FF2B5EF4-FFF2-40B4-BE49-F238E27FC236}">
                <a16:creationId xmlns:a16="http://schemas.microsoft.com/office/drawing/2014/main" id="{843DDD45-31C7-415E-B01D-CCE31343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4108" y="3978303"/>
            <a:ext cx="1371600" cy="2240280"/>
          </a:xfrm>
          <a:prstGeom xmlns:a="http://schemas.openxmlformats.org/drawingml/2006/main" prst="roundRect">
            <a:avLst>
              <a:gd name="adj" fmla="val 2033"/>
            </a:avLst>
          </a:prstGeom>
          <a:solidFill xmlns:a="http://schemas.openxmlformats.org/drawingml/2006/main">
            <a:srgbClr val="F5F4F2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chemeClr val="tx1"/>
                </a:solidFill>
                <a:latin typeface="Oracle Sans"/>
                <a:ea typeface="Oracle Sans"/>
                <a:cs typeface="Oracle Sans"/>
              </a:rPr>
              <a:t>Observability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DA8D78E-0483-2746-9483-927253A0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3278" y="1721760"/>
            <a:ext cx="5008433" cy="4406303"/>
          </a:xfrm>
          <a:prstGeom xmlns:a="http://schemas.openxmlformats.org/drawingml/2006/main" prst="roundRect">
            <a:avLst>
              <a:gd name="adj" fmla="val 1237"/>
            </a:avLst>
          </a:prstGeom>
          <a:solidFill xmlns:a="http://schemas.openxmlformats.org/drawingml/2006/main">
            <a:srgbClr val="DFDCD8"/>
          </a:solidFill>
          <a:ln xmlns:a="http://schemas.openxmlformats.org/drawingml/2006/main" w="12700">
            <a:solidFill>
              <a:srgbClr val="9E9892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rIns="45720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>
                <a:solidFill>
                  <a:schemeClr val="tx1">
                    <a:lumMod val="50000"/>
                  </a:schemeClr>
                </a:solidFill>
                <a:latin typeface="Open Sans SemiBold"/>
                <a:ea typeface="Open Sans SemiBold"/>
                <a:cs typeface="Open Sans SemiBold"/>
              </a:rPr>
              <a:t>Application &amp; messaging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6D08F6F-185C-8944-B5DB-DF35BE019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2972" y="2206576"/>
            <a:ext cx="6513465" cy="37557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solidFill>
              <a:srgbClr val="BB501C"/>
            </a:solidFill>
            <a:prstDash val="lg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4572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900" b="1">
                <a:solidFill>
                  <a:srgbClr val="BB501C"/>
                </a:solidFill>
                <a:latin typeface="Open Sans"/>
                <a:ea typeface="Open Sans"/>
                <a:cs typeface="Open Sans"/>
              </a:rPr>
              <a:t>Application VCN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2FF4F6E-F0D4-134D-89C6-A7A27357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523" y="2501975"/>
            <a:ext cx="6259546" cy="1571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B501C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 lvl="0">
              <a:lnSpc>
                <a:spcPct val="90000"/>
              </a:lnSpc>
              <a:buNone/>
            </a:pPr>
            <a:r>
              <a:rPr sz="900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</a:rPr>
              <a:t>Application subnet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774C416-8005-BE4A-AB58-15994074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5523" y="4293126"/>
            <a:ext cx="6259546" cy="1607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BB501C"/>
            </a:solidFill>
            <a:prstDash val="dash"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45720" tIns="45720" rIns="91440" bIns="45720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</a:pPr>
            <a:r>
              <a:rPr sz="900">
                <a:solidFill>
                  <a:schemeClr val="accent5"/>
                </a:solidFill>
                <a:latin typeface="Open Sans SemiBold"/>
                <a:ea typeface="Open Sans SemiBold"/>
                <a:cs typeface="Open Sans SemiBold"/>
              </a:rPr>
              <a:t>OCI Queue / Consumer Groups</a:t>
            </a:r>
          </a:p>
        </p:txBody>
      </p:sp>
      <p:sp>
        <p:nvSpPr>
          <p:cNvPr id="97" name="event-source">
            <a:extLst xmlns:a="http://schemas.openxmlformats.org/drawingml/2006/main">
              <a:ext uri="{FF2B5EF4-FFF2-40B4-BE49-F238E27FC236}">
                <a16:creationId xmlns:a16="http://schemas.microsoft.com/office/drawing/2014/main" id="{BC4CA489-9E41-442A-A6FA-28445057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28925"/>
            <a:ext cx="1066800" cy="1409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2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c25ef199b4998"/>
          <a:stretch xmlns:a="http://schemas.openxmlformats.org/drawingml/2006/main"/>
        </p:blipFill>
        <p:spPr>
          <a:xfrm xmlns:a="http://schemas.openxmlformats.org/drawingml/2006/main">
            <a:off x="1228725" y="3009900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99" name="event-source-label">
            <a:extLst xmlns:a="http://schemas.openxmlformats.org/drawingml/2006/main">
              <a:ext uri="{FF2B5EF4-FFF2-40B4-BE49-F238E27FC236}">
                <a16:creationId xmlns:a16="http://schemas.microsoft.com/office/drawing/2014/main" id="{35ADE063-7719-4416-A4F9-62856E6E1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648075"/>
            <a:ext cx="933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API • batch</a:t>
            </a:r>
          </a:p>
          <a:p xmlns:a="http://schemas.openxmlformats.org/drawingml/2006/main">
            <a:pPr>
              <a:buNone/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integrations</a:t>
            </a:r>
          </a:p>
        </p:txBody>
      </p:sp>
      <p:sp>
        <p:nvSpPr>
          <p:cNvPr id="100" name="producer">
            <a:extLst xmlns:a="http://schemas.openxmlformats.org/drawingml/2006/main">
              <a:ext uri="{FF2B5EF4-FFF2-40B4-BE49-F238E27FC236}">
                <a16:creationId xmlns:a16="http://schemas.microsoft.com/office/drawing/2014/main" id="{679D9D3E-473E-424F-BD8A-89C7CF9C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790825"/>
            <a:ext cx="1571625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PRODUCER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QueuePublisher</a:t>
            </a:r>
          </a:p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attributes + businessKey</a:t>
            </a:r>
          </a:p>
        </p:txBody>
      </p:sp>
      <p:sp>
        <p:nvSpPr>
          <p:cNvPr id="101" name="technical-router">
            <a:extLst xmlns:a="http://schemas.openxmlformats.org/drawingml/2006/main">
              <a:ext uri="{FF2B5EF4-FFF2-40B4-BE49-F238E27FC236}">
                <a16:creationId xmlns:a16="http://schemas.microsoft.com/office/drawing/2014/main" id="{226CC08E-C9D7-4D3D-A582-1E058B28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790825"/>
            <a:ext cx="142875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2F5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RESILIENCE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timeout</a:t>
            </a:r>
          </a:p>
          <a:p xmlns:a="http://schemas.openxmlformats.org/drawingml/2006/main">
            <a:pPr>
              <a:buNone/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retry + jitter</a:t>
            </a:r>
          </a:p>
          <a:p xmlns:a="http://schemas.openxmlformats.org/drawingml/2006/main">
            <a:pPr>
              <a:buNone/>
              <a:defRPr sz="825" b="1">
                <a:solidFill>
                  <a:srgbClr val="064B57"/>
                </a:solidFill>
              </a:defRPr>
            </a:pPr>
            <a:r>
              <a:rPr sz="825" b="1">
                <a:solidFill>
                  <a:srgbClr val="064B57"/>
                </a:solidFill>
              </a:rPr>
              <a:t>circuit breaker</a:t>
            </a:r>
          </a:p>
        </p:txBody>
      </p:sp>
      <p:sp>
        <p:nvSpPr>
          <p:cNvPr id="102" name="consumer">
            <a:extLst xmlns:a="http://schemas.openxmlformats.org/drawingml/2006/main">
              <a:ext uri="{FF2B5EF4-FFF2-40B4-BE49-F238E27FC236}">
                <a16:creationId xmlns:a16="http://schemas.microsoft.com/office/drawing/2014/main" id="{8FCFEF00-D5DA-4938-94CB-4783FEC3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90825"/>
            <a:ext cx="1866900" cy="9906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CONSUMER GROUP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GetMessages → handler</a:t>
            </a:r>
          </a:p>
          <a:p xmlns:a="http://schemas.openxmlformats.org/drawingml/2006/main">
            <a:pPr>
              <a:buNone/>
              <a:defRPr sz="900" b="1">
                <a:solidFill>
                  <a:srgbClr val="064B57"/>
                </a:solidFill>
              </a:defRPr>
            </a:pPr>
            <a:r>
              <a:rPr sz="900" b="1">
                <a:solidFill>
                  <a:srgbClr val="064B57"/>
                </a:solidFill>
              </a:rPr>
              <a:t>Delete after success</a:t>
            </a:r>
          </a:p>
        </p:txBody>
      </p:sp>
      <p:sp>
        <p:nvSpPr>
          <p:cNvPr id="103" name="technical-cache">
            <a:extLst xmlns:a="http://schemas.openxmlformats.org/drawingml/2006/main">
              <a:ext uri="{FF2B5EF4-FFF2-40B4-BE49-F238E27FC236}">
                <a16:creationId xmlns:a16="http://schemas.microsoft.com/office/drawing/2014/main" id="{9ED62323-18F5-4657-8AF9-17A4A075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10100"/>
            <a:ext cx="1809750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EAF2EA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d1a8fe70ec4e87"/>
          <a:stretch xmlns:a="http://schemas.openxmlformats.org/drawingml/2006/main"/>
        </p:blipFill>
        <p:spPr>
          <a:xfrm xmlns:a="http://schemas.openxmlformats.org/drawingml/2006/main">
            <a:off x="3943350" y="48291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05" name="technical-cache-label">
            <a:extLst xmlns:a="http://schemas.openxmlformats.org/drawingml/2006/main">
              <a:ext uri="{FF2B5EF4-FFF2-40B4-BE49-F238E27FC236}">
                <a16:creationId xmlns:a16="http://schemas.microsoft.com/office/drawing/2014/main" id="{83799392-31C2-4A4F-A6C0-B2EFDB6F3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752975"/>
            <a:ext cx="8763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OCI Queue</a:t>
            </a:r>
          </a:p>
          <a:p xmlns:a="http://schemas.openxmlformats.org/drawingml/2006/main">
            <a:pPr>
              <a:buNone/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fan-out + filters</a:t>
            </a:r>
          </a:p>
          <a:p xmlns:a="http://schemas.openxmlformats.org/drawingml/2006/main">
            <a:pPr>
              <a:buNone/>
              <a:defRPr sz="900" b="1">
                <a:solidFill>
                  <a:srgbClr val="312D2A"/>
                </a:solidFill>
              </a:defRPr>
            </a:pPr>
            <a:r>
              <a:rPr sz="900" b="1">
                <a:solidFill>
                  <a:srgbClr val="312D2A"/>
                </a:solidFill>
              </a:rPr>
              <a:t>visibility timeout</a:t>
            </a:r>
          </a:p>
        </p:txBody>
      </p:sp>
      <p:sp>
        <p:nvSpPr>
          <p:cNvPr id="106" name="recovery-worker">
            <a:extLst xmlns:a="http://schemas.openxmlformats.org/drawingml/2006/main">
              <a:ext uri="{FF2B5EF4-FFF2-40B4-BE49-F238E27FC236}">
                <a16:creationId xmlns:a16="http://schemas.microsoft.com/office/drawing/2014/main" id="{4E0D6331-FA14-4444-9908-4BD5AAFF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610100"/>
            <a:ext cx="1809750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8ECE5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 b="1">
                <a:solidFill>
                  <a:srgbClr val="AE562C"/>
                </a:solidFill>
              </a:defRPr>
            </a:pPr>
            <a:r>
              <a:rPr sz="900" b="1">
                <a:solidFill>
                  <a:srgbClr val="AE562C"/>
                </a:solidFill>
              </a:rPr>
              <a:t>RETRY WORKER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900" b="1">
                <a:solidFill>
                  <a:srgbClr val="AE562C"/>
                </a:solidFill>
              </a:defRPr>
            </a:pPr>
            <a:r>
              <a:rPr sz="900" b="1">
                <a:solidFill>
                  <a:srgbClr val="AE562C"/>
                </a:solidFill>
              </a:rPr>
              <a:t>long polling</a:t>
            </a:r>
          </a:p>
          <a:p xmlns:a="http://schemas.openxmlformats.org/drawingml/2006/main">
            <a:pPr>
              <a:buNone/>
              <a:defRPr sz="900" b="1">
                <a:solidFill>
                  <a:srgbClr val="AE562C"/>
                </a:solidFill>
              </a:defRPr>
            </a:pPr>
            <a:r>
              <a:rPr sz="900" b="1">
                <a:solidFill>
                  <a:srgbClr val="AE562C"/>
                </a:solidFill>
              </a:rPr>
              <a:t>safe reprocessing</a:t>
            </a:r>
          </a:p>
        </p:txBody>
      </p:sp>
      <p:sp>
        <p:nvSpPr>
          <p:cNvPr id="107" name="dead-letter-stream">
            <a:extLst xmlns:a="http://schemas.openxmlformats.org/drawingml/2006/main">
              <a:ext uri="{FF2B5EF4-FFF2-40B4-BE49-F238E27FC236}">
                <a16:creationId xmlns:a16="http://schemas.microsoft.com/office/drawing/2014/main" id="{3EFCD9EC-D2FE-4B4A-A128-2CF71A0D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10100"/>
            <a:ext cx="1562100" cy="1019175"/>
          </a:xfrm>
          <a:prstGeom xmlns:a="http://schemas.openxmlformats.org/drawingml/2006/main" prst="roundRect">
            <a:avLst>
              <a:gd name="adj" fmla="val 11215"/>
            </a:avLst>
          </a:prstGeom>
          <a:solidFill xmlns:a="http://schemas.openxmlformats.org/drawingml/2006/main">
            <a:srgbClr val="FBEAEA"/>
          </a:solidFill>
          <a:ln xmlns:a="http://schemas.openxmlformats.org/drawingml/2006/main" w="11430">
            <a:solidFill>
              <a:srgbClr val="B331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825" b="1">
                <a:solidFill>
                  <a:srgbClr val="B3312D"/>
                </a:solidFill>
              </a:defRPr>
            </a:pPr>
            <a:r>
              <a:rPr sz="825" b="1">
                <a:solidFill>
                  <a:srgbClr val="B3312D"/>
                </a:solidFill>
              </a:rPr>
              <a:t>DLQ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825" b="1">
                <a:solidFill>
                  <a:srgbClr val="B3312D"/>
                </a:solidFill>
              </a:defRPr>
            </a:pPr>
            <a:r>
              <a:rPr sz="825" b="1">
                <a:solidFill>
                  <a:srgbClr val="B3312D"/>
                </a:solidFill>
              </a:rPr>
              <a:t>max attempts</a:t>
            </a:r>
          </a:p>
          <a:p xmlns:a="http://schemas.openxmlformats.org/drawingml/2006/main">
            <a:pPr>
              <a:buNone/>
              <a:defRPr sz="825" b="1">
                <a:solidFill>
                  <a:srgbClr val="B3312D"/>
                </a:solidFill>
              </a:defRPr>
            </a:pPr>
            <a:r>
              <a:rPr sz="825" b="1">
                <a:solidFill>
                  <a:srgbClr val="B3312D"/>
                </a:solidFill>
              </a:rPr>
              <a:t>analysis + replay</a:t>
            </a:r>
          </a:p>
        </p:txBody>
      </p:sp>
      <p:sp>
        <p:nvSpPr>
          <p:cNvPr id="108" name="technical-control-plane">
            <a:extLst xmlns:a="http://schemas.openxmlformats.org/drawingml/2006/main">
              <a:ext uri="{FF2B5EF4-FFF2-40B4-BE49-F238E27FC236}">
                <a16:creationId xmlns:a16="http://schemas.microsoft.com/office/drawing/2014/main" id="{98533BA8-8D95-42B5-89DF-B41AE80F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2266950"/>
            <a:ext cx="1047750" cy="12001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3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2a3bce9ab34d97"/>
          <a:stretch xmlns:a="http://schemas.openxmlformats.org/drawingml/2006/main"/>
        </p:blipFill>
        <p:spPr>
          <a:xfrm xmlns:a="http://schemas.openxmlformats.org/drawingml/2006/main">
            <a:off x="10353675" y="24288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10" name="technical-control-label">
            <a:extLst xmlns:a="http://schemas.openxmlformats.org/drawingml/2006/main">
              <a:ext uri="{FF2B5EF4-FFF2-40B4-BE49-F238E27FC236}">
                <a16:creationId xmlns:a16="http://schemas.microsoft.com/office/drawing/2014/main" id="{72B587E2-AD9C-425D-A3D9-A87122C0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30289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create groups</a:t>
            </a:r>
          </a:p>
          <a:p xmlns:a="http://schemas.openxmlformats.org/drawingml/2006/main">
            <a:pPr>
              <a:buNone/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validate • promote</a:t>
            </a:r>
          </a:p>
        </p:txBody>
      </p:sp>
      <p:sp>
        <p:nvSpPr>
          <p:cNvPr id="111" name="technical-metrics">
            <a:extLst xmlns:a="http://schemas.openxmlformats.org/drawingml/2006/main">
              <a:ext uri="{FF2B5EF4-FFF2-40B4-BE49-F238E27FC236}">
                <a16:creationId xmlns:a16="http://schemas.microsoft.com/office/drawing/2014/main" id="{3C37B822-90D3-48AE-B0EB-D08BE396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4476750"/>
            <a:ext cx="1047750" cy="12001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8D3CF"/>
            </a:solidFill>
            <a:prstDash val="solid"/>
          </a:ln>
        </p:spPr>
      </p:sp>
      <p:pic>
        <p:nvPicPr>
          <p:cNvPr id="3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c70de597c4eb5"/>
          <a:stretch xmlns:a="http://schemas.openxmlformats.org/drawingml/2006/main"/>
        </p:blipFill>
        <p:spPr>
          <a:xfrm xmlns:a="http://schemas.openxmlformats.org/drawingml/2006/main">
            <a:off x="10353675" y="4638675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113" name="technical-metrics-label">
            <a:extLst xmlns:a="http://schemas.openxmlformats.org/drawingml/2006/main">
              <a:ext uri="{FF2B5EF4-FFF2-40B4-BE49-F238E27FC236}">
                <a16:creationId xmlns:a16="http://schemas.microsoft.com/office/drawing/2014/main" id="{F687C536-35E1-44B5-BA3E-AA788E51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5238750"/>
            <a:ext cx="895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backlog • retries</a:t>
            </a:r>
          </a:p>
          <a:p xmlns:a="http://schemas.openxmlformats.org/drawingml/2006/main">
            <a:pPr>
              <a:buNone/>
              <a:defRPr sz="675" b="1">
                <a:solidFill>
                  <a:srgbClr val="312D2A"/>
                </a:solidFill>
              </a:defRPr>
            </a:pPr>
            <a:r>
              <a:rPr sz="675" b="1">
                <a:solidFill>
                  <a:srgbClr val="312D2A"/>
                </a:solidFill>
              </a:rPr>
              <a:t>DLQ • unmatched messages</a:t>
            </a:r>
          </a:p>
        </p:txBody>
      </p:sp>
      <p:cxnSp>
        <p:nvCxnSpPr>
          <p:cNvPr id="314" name=""/>
          <p:cNvCxnSpPr>
            <a:stCxn xmlns:a="http://schemas.openxmlformats.org/drawingml/2006/main" id="97" idx="3"/>
            <a:endCxn xmlns:a="http://schemas.openxmlformats.org/drawingml/2006/main" id="100" idx="1"/>
          </p:cNvCxnSpPr>
          <p:nvPr/>
        </p:nvCxnSpPr>
        <p:spPr>
          <a:xfrm xmlns:a="http://schemas.openxmlformats.org/drawingml/2006/main" flipV="1">
            <a:off x="2057400" y="3286125"/>
            <a:ext cx="1647825" cy="24765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312D2A"/>
            </a:solidFill>
            <a:prstDash val="solid"/>
            <a:tailEnd type="arrow" w="med" len="med"/>
          </a:ln>
        </p:spPr>
      </p:cxnSp>
      <p:cxnSp>
        <p:nvCxnSpPr>
          <p:cNvPr id="315" name=""/>
          <p:cNvCxnSpPr>
            <a:stCxn xmlns:a="http://schemas.openxmlformats.org/drawingml/2006/main" id="100" idx="3"/>
            <a:endCxn xmlns:a="http://schemas.openxmlformats.org/drawingml/2006/main" id="101" idx="1"/>
          </p:cNvCxnSpPr>
          <p:nvPr/>
        </p:nvCxnSpPr>
        <p:spPr>
          <a:xfrm xmlns:a="http://schemas.openxmlformats.org/drawingml/2006/main">
            <a:off x="5276850" y="3286125"/>
            <a:ext cx="238125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0F5964"/>
            </a:solidFill>
            <a:prstDash val="solid"/>
            <a:tailEnd type="arrow" w="med" len="med"/>
          </a:ln>
        </p:spPr>
      </p:cxnSp>
      <p:cxnSp>
        <p:nvCxnSpPr>
          <p:cNvPr id="316" name=""/>
          <p:cNvCxnSpPr>
            <a:stCxn xmlns:a="http://schemas.openxmlformats.org/drawingml/2006/main" id="101" idx="2"/>
            <a:endCxn xmlns:a="http://schemas.openxmlformats.org/drawingml/2006/main" id="102" idx="2"/>
          </p:cNvCxnSpPr>
          <p:nvPr/>
        </p:nvCxnSpPr>
        <p:spPr>
          <a:xfrm xmlns:a="http://schemas.openxmlformats.org/drawingml/2006/main">
            <a:off x="6229350" y="3781425"/>
            <a:ext cx="1885950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0F5964"/>
            </a:solidFill>
            <a:prstDash val="solid"/>
            <a:headEnd type="arrow" w="sm" len="sm"/>
            <a:tailEnd type="arrow" w="med" len="med"/>
          </a:ln>
        </p:spPr>
      </p:cxnSp>
      <p:cxnSp>
        <p:nvCxnSpPr>
          <p:cNvPr id="317" name=""/>
          <p:cNvCxnSpPr>
            <a:stCxn xmlns:a="http://schemas.openxmlformats.org/drawingml/2006/main" id="101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 flipH="1">
            <a:off x="4686300" y="3781425"/>
            <a:ext cx="1543050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4F7D59"/>
            </a:solidFill>
            <a:prstDash val="solid"/>
            <a:tailEnd type="arrow" w="med" len="med"/>
          </a:ln>
        </p:spPr>
      </p:cxnSp>
      <p:cxnSp>
        <p:nvCxnSpPr>
          <p:cNvPr id="318" name=""/>
          <p:cNvCxnSpPr>
            <a:stCxn xmlns:a="http://schemas.openxmlformats.org/drawingml/2006/main" id="103" idx="0"/>
            <a:endCxn xmlns:a="http://schemas.openxmlformats.org/drawingml/2006/main" id="102" idx="2"/>
          </p:cNvCxnSpPr>
          <p:nvPr/>
        </p:nvCxnSpPr>
        <p:spPr>
          <a:xfrm xmlns:a="http://schemas.openxmlformats.org/drawingml/2006/main" flipV="1">
            <a:off x="4686300" y="3781425"/>
            <a:ext cx="3429000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4F7D59"/>
            </a:solidFill>
            <a:prstDash val="solid"/>
            <a:tailEnd type="arrow" w="med" len="med"/>
          </a:ln>
        </p:spPr>
      </p:cxnSp>
      <p:cxnSp>
        <p:nvCxnSpPr>
          <p:cNvPr id="319" name=""/>
          <p:cNvCxnSpPr>
            <a:stCxn xmlns:a="http://schemas.openxmlformats.org/drawingml/2006/main" id="103" idx="0"/>
            <a:endCxn xmlns:a="http://schemas.openxmlformats.org/drawingml/2006/main" id="106" idx="0"/>
          </p:cNvCxnSpPr>
          <p:nvPr/>
        </p:nvCxnSpPr>
        <p:spPr>
          <a:xfrm xmlns:a="http://schemas.openxmlformats.org/drawingml/2006/main">
            <a:off x="4686300" y="4381500"/>
            <a:ext cx="2095500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AE562C"/>
            </a:solidFill>
            <a:prstDash val="solid"/>
            <a:tailEnd type="arrow" w="med" len="med"/>
          </a:ln>
        </p:spPr>
      </p:cxnSp>
      <p:cxnSp>
        <p:nvCxnSpPr>
          <p:cNvPr id="320" name=""/>
          <p:cNvCxnSpPr>
            <a:stCxn xmlns:a="http://schemas.openxmlformats.org/drawingml/2006/main" id="106" idx="0"/>
            <a:endCxn xmlns:a="http://schemas.openxmlformats.org/drawingml/2006/main" id="102" idx="2"/>
          </p:cNvCxnSpPr>
          <p:nvPr/>
        </p:nvCxnSpPr>
        <p:spPr>
          <a:xfrm xmlns:a="http://schemas.openxmlformats.org/drawingml/2006/main" flipV="1">
            <a:off x="6781800" y="3781425"/>
            <a:ext cx="1333500" cy="828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321" name=""/>
          <p:cNvCxnSpPr>
            <a:stCxn xmlns:a="http://schemas.openxmlformats.org/drawingml/2006/main" id="106" idx="0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6781800" y="4381500"/>
            <a:ext cx="1971675" cy="2286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B3312D"/>
            </a:solidFill>
            <a:prstDash val="solid"/>
            <a:tailEnd type="arrow" w="med" len="med"/>
          </a:ln>
        </p:spPr>
      </p:cxnSp>
      <p:cxnSp>
        <p:nvCxnSpPr>
          <p:cNvPr id="322" name=""/>
          <p:cNvCxnSpPr>
            <a:stCxn xmlns:a="http://schemas.openxmlformats.org/drawingml/2006/main" id="108" idx="1"/>
            <a:endCxn xmlns:a="http://schemas.openxmlformats.org/drawingml/2006/main" id="101" idx="0"/>
          </p:cNvCxnSpPr>
          <p:nvPr/>
        </p:nvCxnSpPr>
        <p:spPr>
          <a:xfrm xmlns:a="http://schemas.openxmlformats.org/drawingml/2006/main" flipH="1" flipV="1">
            <a:off x="6229350" y="2562225"/>
            <a:ext cx="3895725" cy="3048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AE562C"/>
            </a:solidFill>
            <a:prstDash val="dash"/>
            <a:tailEnd type="arrow" w="med" len="med"/>
          </a:ln>
        </p:spPr>
      </p:cxnSp>
      <p:cxnSp>
        <p:nvCxnSpPr>
          <p:cNvPr id="323" name=""/>
          <p:cNvCxnSpPr>
            <a:stCxn xmlns:a="http://schemas.openxmlformats.org/drawingml/2006/main" id="102" idx="3"/>
            <a:endCxn xmlns:a="http://schemas.openxmlformats.org/drawingml/2006/main" id="111" idx="1"/>
          </p:cNvCxnSpPr>
          <p:nvPr/>
        </p:nvCxnSpPr>
        <p:spPr>
          <a:xfrm xmlns:a="http://schemas.openxmlformats.org/drawingml/2006/main">
            <a:off x="9048750" y="3286125"/>
            <a:ext cx="1076325" cy="1790700"/>
          </a:xfrm>
          <a:prstGeom xmlns:a="http://schemas.openxmlformats.org/drawingml/2006/main" prst="bentConnector3">
            <a:avLst>
              <a:gd name="adj1" fmla="val 78761"/>
            </a:avLst>
          </a:prstGeom>
          <a:ln xmlns:a="http://schemas.openxmlformats.org/drawingml/2006/main" w="20955">
            <a:solidFill>
              <a:srgbClr val="6B6662"/>
            </a:solidFill>
            <a:prstDash val="dash"/>
            <a:tailEnd type="arrow" w="med" len="med"/>
          </a:ln>
        </p:spPr>
      </p:cxnSp>
      <p:sp>
        <p:nvSpPr>
          <p:cNvPr id="124" name="pill-AT-LEAST-ONCE">
            <a:extLst xmlns:a="http://schemas.openxmlformats.org/drawingml/2006/main">
              <a:ext uri="{FF2B5EF4-FFF2-40B4-BE49-F238E27FC236}">
                <a16:creationId xmlns:a16="http://schemas.microsoft.com/office/drawing/2014/main" id="{87082F38-90D8-46A7-AC95-B4239F95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791200"/>
            <a:ext cx="11049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F5964"/>
          </a:solidFill>
          <a:ln xmlns:a="http://schemas.openxmlformats.org/drawingml/2006/main" w="11430">
            <a:solidFill>
              <a:srgbClr val="0F596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AT-LEAST-ONCE</a:t>
            </a:r>
          </a:p>
        </p:txBody>
      </p:sp>
      <p:sp>
        <p:nvSpPr>
          <p:cNvPr id="125" name="pill-ACK APÓS SUCESSO">
            <a:extLst xmlns:a="http://schemas.openxmlformats.org/drawingml/2006/main">
              <a:ext uri="{FF2B5EF4-FFF2-40B4-BE49-F238E27FC236}">
                <a16:creationId xmlns:a16="http://schemas.microsoft.com/office/drawing/2014/main" id="{99241165-2C0F-4090-A1D6-2DAED9FC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5791200"/>
            <a:ext cx="14097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F7D59"/>
          </a:solidFill>
          <a:ln xmlns:a="http://schemas.openxmlformats.org/drawingml/2006/main" w="11430">
            <a:solidFill>
              <a:srgbClr val="4F7D5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ACK AFTER SUCCESS</a:t>
            </a:r>
          </a:p>
        </p:txBody>
      </p:sp>
      <p:sp>
        <p:nvSpPr>
          <p:cNvPr id="126" name="pill-RECLAIM ÓRFÃOS">
            <a:extLst xmlns:a="http://schemas.openxmlformats.org/drawingml/2006/main">
              <a:ext uri="{FF2B5EF4-FFF2-40B4-BE49-F238E27FC236}">
                <a16:creationId xmlns:a16="http://schemas.microsoft.com/office/drawing/2014/main" id="{236D96BC-1745-405B-AA5A-626E3E1B6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791200"/>
            <a:ext cx="12954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AE562C"/>
          </a:solidFill>
          <a:ln xmlns:a="http://schemas.openxmlformats.org/drawingml/2006/main" w="11430">
            <a:solidFill>
              <a:srgbClr val="AE562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750" b="1">
                <a:solidFill>
                  <a:srgbClr val="FFFFFF"/>
                </a:solidFill>
              </a:defRPr>
            </a:pPr>
            <a:r>
              <a:rPr sz="750" b="1">
                <a:solidFill>
                  <a:srgbClr val="FFFFFF"/>
                </a:solidFill>
              </a:rPr>
              <a:t>IDEMPOTENCY</a:t>
            </a:r>
          </a:p>
        </p:txBody>
      </p:sp>
      <p:sp>
        <p:nvSpPr>
          <p:cNvPr id="127" name="pill-DLQ ATÔMICA + MÉTRICAS">
            <a:extLst xmlns:a="http://schemas.openxmlformats.org/drawingml/2006/main">
              <a:ext uri="{FF2B5EF4-FFF2-40B4-BE49-F238E27FC236}">
                <a16:creationId xmlns:a16="http://schemas.microsoft.com/office/drawing/2014/main" id="{FA6ED9A4-7D06-4883-882D-B5274CA1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791200"/>
            <a:ext cx="15811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3312D"/>
          </a:solidFill>
          <a:ln xmlns:a="http://schemas.openxmlformats.org/drawingml/2006/main" w="11430">
            <a:solidFill>
              <a:srgbClr val="B331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DLQ + METRICS</a:t>
            </a:r>
          </a:p>
        </p:txBody>
      </p:sp>
    </p:spTree>
    <p:extLst>
      <p:ext uri="{BB962C8B-B14F-4D97-AF65-F5344CB8AC3E}">
        <p14:creationId xmlns:p14="http://schemas.microsoft.com/office/powerpoint/2010/main" val="3190599177"/>
      </p:ext>
    </p:extLst>
  </p:cSld>
</p:sld>
</file>

<file path=ppt/theme/theme1.xml><?xml version="1.0" encoding="utf-8"?>
<a:theme xmlns:a="http://schemas.openxmlformats.org/drawingml/2006/main" name="Oracle-Redwood">
  <a:themeElements>
    <a:clrScheme name="OCI Diagram Theme">
      <a:dk1>
        <a:srgbClr val="312D2A"/>
      </a:dk1>
      <a:lt1>
        <a:srgbClr val="FCFBFA"/>
      </a:lt1>
      <a:dk2>
        <a:srgbClr val="312D2A"/>
      </a:dk2>
      <a:lt2>
        <a:srgbClr val="F5F4F2"/>
      </a:lt2>
      <a:accent1>
        <a:srgbClr val="C74634"/>
      </a:accent1>
      <a:accent2>
        <a:srgbClr val="DFDCD8"/>
      </a:accent2>
      <a:accent3>
        <a:srgbClr val="9E9892"/>
      </a:accent3>
      <a:accent4>
        <a:srgbClr val="70736E"/>
      </a:accent4>
      <a:accent5>
        <a:srgbClr val="AE562C"/>
      </a:accent5>
      <a:accent6>
        <a:srgbClr val="759C6C"/>
      </a:accent6>
      <a:hlink>
        <a:srgbClr val="00688C"/>
      </a:hlink>
      <a:folHlink>
        <a:srgbClr val="00688C"/>
      </a:folHlink>
    </a:clrScheme>
    <a:fontScheme name="Oracle Sans Tabular">
      <a:majorFont>
        <a:latin typeface="Georgia"/>
        <a:ea typeface=""/>
        <a:cs typeface=""/>
      </a:majorFont>
      <a:minorFont>
        <a:latin typeface="Oracle Sans Tab"/>
        <a:ea typeface=""/>
        <a:cs typeface=""/>
      </a:minorFont>
    </a:fontScheme>
    <a:fmtScheme name="OCI Diagram Them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65000"/>
          </a:schemeClr>
        </a:solidFill>
      </a:fillStyleLst>
      <a:lnStyleLst>
        <a:ln w="3175">
          <a:solidFill>
            <a:schemeClr val="phClr">
              <a:shade val="65000"/>
            </a:schemeClr>
          </a:solidFill>
          <a:prstDash val="solid"/>
        </a:ln>
        <a:ln w="3175">
          <a:solidFill>
            <a:schemeClr val="phClr"/>
          </a:solidFill>
          <a:prstDash val="solid"/>
        </a:ln>
        <a:ln w="0">
          <a:noFill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2026-07-27T23:34:36.1120000Z</dcterms:created>
  <dcterms:modified xsi:type="dcterms:W3CDTF">2026-07-27T23:34:36.1120000Z</dcterms:modified>
</coreProperties>
</file>